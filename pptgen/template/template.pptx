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5"/>
  </p:sldMasterIdLst>
  <p:notesMasterIdLst>
    <p:notesMasterId r:id="rId10"/>
  </p:notesMasterIdLst>
  <p:sldIdLst>
    <p:sldId id="256" r:id="rId6"/>
    <p:sldId id="2147474969" r:id="rId7"/>
    <p:sldId id="2147474974" r:id="rId8"/>
    <p:sldId id="718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B00E5-AB02-4E9E-A638-F6DFBE37B7B4}" v="2488" dt="2026-03-17T09:50:38.687"/>
    <p1510:client id="{9B2C6105-4390-4CE2-B1CF-67AED3513C90}" v="2029" dt="2026-03-17T10:12:13.6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hari, Prisha" userId="ecad920b-e9bd-4132-a847-ba07c6ac799f" providerId="ADAL" clId="{869B00E5-AB02-4E9E-A638-F6DFBE37B7B4}"/>
    <pc:docChg chg="undo custSel addSld delSld modSld">
      <pc:chgData name="Kandhari, Prisha" userId="ecad920b-e9bd-4132-a847-ba07c6ac799f" providerId="ADAL" clId="{869B00E5-AB02-4E9E-A638-F6DFBE37B7B4}" dt="2026-03-17T09:50:38.687" v="4578"/>
      <pc:docMkLst>
        <pc:docMk/>
      </pc:docMkLst>
      <pc:sldChg chg="addSp delSp modSp mod">
        <pc:chgData name="Kandhari, Prisha" userId="ecad920b-e9bd-4132-a847-ba07c6ac799f" providerId="ADAL" clId="{869B00E5-AB02-4E9E-A638-F6DFBE37B7B4}" dt="2026-03-11T07:49:51.582" v="1627" actId="478"/>
        <pc:sldMkLst>
          <pc:docMk/>
          <pc:sldMk cId="3465535475" sldId="2147474969"/>
        </pc:sldMkLst>
        <pc:spChg chg="mod">
          <ac:chgData name="Kandhari, Prisha" userId="ecad920b-e9bd-4132-a847-ba07c6ac799f" providerId="ADAL" clId="{869B00E5-AB02-4E9E-A638-F6DFBE37B7B4}" dt="2026-03-11T07:49:42.315" v="1567" actId="948"/>
          <ac:spMkLst>
            <pc:docMk/>
            <pc:sldMk cId="3465535475" sldId="2147474969"/>
            <ac:spMk id="32" creationId="{6036F20F-E385-0827-3B1C-901C9D546D32}"/>
          </ac:spMkLst>
        </pc:spChg>
        <pc:graphicFrameChg chg="mod">
          <ac:chgData name="Kandhari, Prisha" userId="ecad920b-e9bd-4132-a847-ba07c6ac799f" providerId="ADAL" clId="{869B00E5-AB02-4E9E-A638-F6DFBE37B7B4}" dt="2026-03-11T07:49:42.347" v="1589"/>
          <ac:graphicFrameMkLst>
            <pc:docMk/>
            <pc:sldMk cId="3465535475" sldId="2147474969"/>
            <ac:graphicFrameMk id="25" creationId="{F2C71F00-AA35-650D-4224-82D232E1A665}"/>
          </ac:graphicFrameMkLst>
        </pc:graphicFrameChg>
      </pc:sldChg>
      <pc:sldChg chg="addSp delSp modSp mod">
        <pc:chgData name="Kandhari, Prisha" userId="ecad920b-e9bd-4132-a847-ba07c6ac799f" providerId="ADAL" clId="{869B00E5-AB02-4E9E-A638-F6DFBE37B7B4}" dt="2026-03-17T09:49:32.772" v="4188"/>
        <pc:sldMkLst>
          <pc:docMk/>
          <pc:sldMk cId="2462970314" sldId="2147474979"/>
        </pc:sldMkLst>
        <pc:spChg chg="mod ord">
          <ac:chgData name="Kandhari, Prisha" userId="ecad920b-e9bd-4132-a847-ba07c6ac799f" providerId="ADAL" clId="{869B00E5-AB02-4E9E-A638-F6DFBE37B7B4}" dt="2026-03-17T09:49:32.733" v="4105"/>
          <ac:spMkLst>
            <pc:docMk/>
            <pc:sldMk cId="2462970314" sldId="2147474979"/>
            <ac:spMk id="2" creationId="{0483F183-954F-EE6F-5262-D8886139CB5B}"/>
          </ac:spMkLst>
        </pc:spChg>
        <pc:spChg chg="add del mod modVis">
          <ac:chgData name="Kandhari, Prisha" userId="ecad920b-e9bd-4132-a847-ba07c6ac799f" providerId="ADAL" clId="{869B00E5-AB02-4E9E-A638-F6DFBE37B7B4}" dt="2026-03-17T05:40:20.291" v="1748"/>
          <ac:spMkLst>
            <pc:docMk/>
            <pc:sldMk cId="2462970314" sldId="2147474979"/>
            <ac:spMk id="3" creationId="{179DAA91-3B4C-3CF7-EA4D-6D363B96DDC4}"/>
          </ac:spMkLst>
        </pc:spChg>
        <pc:spChg chg="add del mod modVis">
          <ac:chgData name="Kandhari, Prisha" userId="ecad920b-e9bd-4132-a847-ba07c6ac799f" providerId="ADAL" clId="{869B00E5-AB02-4E9E-A638-F6DFBE37B7B4}" dt="2026-03-17T09:19:11.872" v="3082"/>
          <ac:spMkLst>
            <pc:docMk/>
            <pc:sldMk cId="2462970314" sldId="2147474979"/>
            <ac:spMk id="3" creationId="{CF6E2679-0667-E1D0-5619-94DC52A2FC1F}"/>
          </ac:spMkLst>
        </pc:spChg>
        <pc:spChg chg="add mod ord">
          <ac:chgData name="Kandhari, Prisha" userId="ecad920b-e9bd-4132-a847-ba07c6ac799f" providerId="ADAL" clId="{869B00E5-AB02-4E9E-A638-F6DFBE37B7B4}" dt="2026-03-17T09:48:52.961" v="3858" actId="34136"/>
          <ac:spMkLst>
            <pc:docMk/>
            <pc:sldMk cId="2462970314" sldId="2147474979"/>
            <ac:spMk id="5" creationId="{8084D07E-1A1A-CB8B-1A42-20E153555B1A}"/>
          </ac:spMkLst>
        </pc:spChg>
        <pc:spChg chg="mod ord">
          <ac:chgData name="Kandhari, Prisha" userId="ecad920b-e9bd-4132-a847-ba07c6ac799f" providerId="ADAL" clId="{869B00E5-AB02-4E9E-A638-F6DFBE37B7B4}" dt="2026-03-17T09:49:32.739" v="4117"/>
          <ac:spMkLst>
            <pc:docMk/>
            <pc:sldMk cId="2462970314" sldId="2147474979"/>
            <ac:spMk id="7" creationId="{CE010583-8A84-3297-AF9D-5CF5C7A84396}"/>
          </ac:spMkLst>
        </pc:spChg>
        <pc:spChg chg="mod ord">
          <ac:chgData name="Kandhari, Prisha" userId="ecad920b-e9bd-4132-a847-ba07c6ac799f" providerId="ADAL" clId="{869B00E5-AB02-4E9E-A638-F6DFBE37B7B4}" dt="2026-03-17T09:49:32.739" v="4119"/>
          <ac:spMkLst>
            <pc:docMk/>
            <pc:sldMk cId="2462970314" sldId="2147474979"/>
            <ac:spMk id="8" creationId="{3862A167-49CD-4053-A0B3-12080B0B95DE}"/>
          </ac:spMkLst>
        </pc:spChg>
        <pc:spChg chg="add del mod modVis">
          <ac:chgData name="Kandhari, Prisha" userId="ecad920b-e9bd-4132-a847-ba07c6ac799f" providerId="ADAL" clId="{869B00E5-AB02-4E9E-A638-F6DFBE37B7B4}" dt="2026-03-17T09:48:52.961" v="3859"/>
          <ac:spMkLst>
            <pc:docMk/>
            <pc:sldMk cId="2462970314" sldId="2147474979"/>
            <ac:spMk id="9" creationId="{31208B10-9BA1-8D1B-7F1F-6430FA1110CE}"/>
          </ac:spMkLst>
        </pc:spChg>
        <pc:spChg chg="add del mod modVis">
          <ac:chgData name="Kandhari, Prisha" userId="ecad920b-e9bd-4132-a847-ba07c6ac799f" providerId="ADAL" clId="{869B00E5-AB02-4E9E-A638-F6DFBE37B7B4}" dt="2026-03-17T05:40:59.628" v="2089" actId="962"/>
          <ac:spMkLst>
            <pc:docMk/>
            <pc:sldMk cId="2462970314" sldId="2147474979"/>
            <ac:spMk id="9" creationId="{CF52965F-D1D5-79A4-4928-2DF56958CBD1}"/>
          </ac:spMkLst>
        </pc:spChg>
        <pc:spChg chg="add mod ord">
          <ac:chgData name="Kandhari, Prisha" userId="ecad920b-e9bd-4132-a847-ba07c6ac799f" providerId="ADAL" clId="{869B00E5-AB02-4E9E-A638-F6DFBE37B7B4}" dt="2026-03-17T09:48:52.961" v="3859"/>
          <ac:spMkLst>
            <pc:docMk/>
            <pc:sldMk cId="2462970314" sldId="2147474979"/>
            <ac:spMk id="11" creationId="{E4326B58-BD7E-FDE9-307A-37E12544A15F}"/>
          </ac:spMkLst>
        </pc:spChg>
        <pc:spChg chg="mod ord">
          <ac:chgData name="Kandhari, Prisha" userId="ecad920b-e9bd-4132-a847-ba07c6ac799f" providerId="ADAL" clId="{869B00E5-AB02-4E9E-A638-F6DFBE37B7B4}" dt="2026-03-17T09:49:32.739" v="4123"/>
          <ac:spMkLst>
            <pc:docMk/>
            <pc:sldMk cId="2462970314" sldId="2147474979"/>
            <ac:spMk id="12" creationId="{96B9B634-2750-E0C7-297A-8A288BE6F06A}"/>
          </ac:spMkLst>
        </pc:spChg>
        <pc:spChg chg="mod ord">
          <ac:chgData name="Kandhari, Prisha" userId="ecad920b-e9bd-4132-a847-ba07c6ac799f" providerId="ADAL" clId="{869B00E5-AB02-4E9E-A638-F6DFBE37B7B4}" dt="2026-03-17T09:49:32.739" v="4125"/>
          <ac:spMkLst>
            <pc:docMk/>
            <pc:sldMk cId="2462970314" sldId="2147474979"/>
            <ac:spMk id="15" creationId="{6232E20D-79AB-9621-4807-5CA272040F46}"/>
          </ac:spMkLst>
        </pc:spChg>
        <pc:spChg chg="add del mod modVis">
          <ac:chgData name="Kandhari, Prisha" userId="ecad920b-e9bd-4132-a847-ba07c6ac799f" providerId="ADAL" clId="{869B00E5-AB02-4E9E-A638-F6DFBE37B7B4}" dt="2026-03-17T05:41:02.419" v="2113"/>
          <ac:spMkLst>
            <pc:docMk/>
            <pc:sldMk cId="2462970314" sldId="2147474979"/>
            <ac:spMk id="17" creationId="{96BE5E93-0AB1-1714-6D91-1D4C6BD9C41C}"/>
          </ac:spMkLst>
        </pc:spChg>
        <pc:spChg chg="add del mod ord">
          <ac:chgData name="Kandhari, Prisha" userId="ecad920b-e9bd-4132-a847-ba07c6ac799f" providerId="ADAL" clId="{869B00E5-AB02-4E9E-A638-F6DFBE37B7B4}" dt="2026-03-17T07:15:28.006" v="3059" actId="478"/>
          <ac:spMkLst>
            <pc:docMk/>
            <pc:sldMk cId="2462970314" sldId="2147474979"/>
            <ac:spMk id="20" creationId="{AE61302C-2635-4E4D-2D2C-589F1321147A}"/>
          </ac:spMkLst>
        </pc:spChg>
        <pc:spChg chg="add del mod modVis">
          <ac:chgData name="Kandhari, Prisha" userId="ecad920b-e9bd-4132-a847-ba07c6ac799f" providerId="ADAL" clId="{869B00E5-AB02-4E9E-A638-F6DFBE37B7B4}" dt="2026-03-17T09:49:07.595" v="3982"/>
          <ac:spMkLst>
            <pc:docMk/>
            <pc:sldMk cId="2462970314" sldId="2147474979"/>
            <ac:spMk id="20" creationId="{C01E7506-D670-7B55-A3CC-6BC0E4E2EFCB}"/>
          </ac:spMkLst>
        </pc:spChg>
        <pc:spChg chg="mod ord">
          <ac:chgData name="Kandhari, Prisha" userId="ecad920b-e9bd-4132-a847-ba07c6ac799f" providerId="ADAL" clId="{869B00E5-AB02-4E9E-A638-F6DFBE37B7B4}" dt="2026-03-17T09:49:32.735" v="4111"/>
          <ac:spMkLst>
            <pc:docMk/>
            <pc:sldMk cId="2462970314" sldId="2147474979"/>
            <ac:spMk id="32" creationId="{6A9364D8-4910-C091-F883-B5CEF8F979F5}"/>
          </ac:spMkLst>
        </pc:spChg>
        <pc:spChg chg="mod ord">
          <ac:chgData name="Kandhari, Prisha" userId="ecad920b-e9bd-4132-a847-ba07c6ac799f" providerId="ADAL" clId="{869B00E5-AB02-4E9E-A638-F6DFBE37B7B4}" dt="2026-03-17T09:49:32.739" v="4113"/>
          <ac:spMkLst>
            <pc:docMk/>
            <pc:sldMk cId="2462970314" sldId="2147474979"/>
            <ac:spMk id="34" creationId="{36C40407-29E4-8BA5-49C2-8DE3EBED4897}"/>
          </ac:spMkLst>
        </pc:spChg>
        <pc:spChg chg="mod ord">
          <ac:chgData name="Kandhari, Prisha" userId="ecad920b-e9bd-4132-a847-ba07c6ac799f" providerId="ADAL" clId="{869B00E5-AB02-4E9E-A638-F6DFBE37B7B4}" dt="2026-03-17T09:49:32.739" v="4129"/>
          <ac:spMkLst>
            <pc:docMk/>
            <pc:sldMk cId="2462970314" sldId="2147474979"/>
            <ac:spMk id="46" creationId="{DE82AA80-4111-3002-F4B0-51D90D4A5E41}"/>
          </ac:spMkLst>
        </pc:spChg>
        <pc:spChg chg="mod ord">
          <ac:chgData name="Kandhari, Prisha" userId="ecad920b-e9bd-4132-a847-ba07c6ac799f" providerId="ADAL" clId="{869B00E5-AB02-4E9E-A638-F6DFBE37B7B4}" dt="2026-03-17T09:49:32.739" v="4131"/>
          <ac:spMkLst>
            <pc:docMk/>
            <pc:sldMk cId="2462970314" sldId="2147474979"/>
            <ac:spMk id="47" creationId="{2EFD5532-3A16-C69D-925A-877BC3AEEE71}"/>
          </ac:spMkLst>
        </pc:spChg>
        <pc:spChg chg="add del mod modVis">
          <ac:chgData name="Kandhari, Prisha" userId="ecad920b-e9bd-4132-a847-ba07c6ac799f" providerId="ADAL" clId="{869B00E5-AB02-4E9E-A638-F6DFBE37B7B4}" dt="2026-03-17T07:14:46.657" v="2775"/>
          <ac:spMkLst>
            <pc:docMk/>
            <pc:sldMk cId="2462970314" sldId="2147474979"/>
            <ac:spMk id="48" creationId="{5E1FCBE9-7B88-6A7E-8E7E-F99A63C578B3}"/>
          </ac:spMkLst>
        </pc:spChg>
        <pc:spChg chg="mod ord">
          <ac:chgData name="Kandhari, Prisha" userId="ecad920b-e9bd-4132-a847-ba07c6ac799f" providerId="ADAL" clId="{869B00E5-AB02-4E9E-A638-F6DFBE37B7B4}" dt="2026-03-17T09:49:32.739" v="4135"/>
          <ac:spMkLst>
            <pc:docMk/>
            <pc:sldMk cId="2462970314" sldId="2147474979"/>
            <ac:spMk id="50" creationId="{A31B8B12-41D6-F8C2-7C21-79A1DB753885}"/>
          </ac:spMkLst>
        </pc:spChg>
        <pc:spChg chg="mod ord">
          <ac:chgData name="Kandhari, Prisha" userId="ecad920b-e9bd-4132-a847-ba07c6ac799f" providerId="ADAL" clId="{869B00E5-AB02-4E9E-A638-F6DFBE37B7B4}" dt="2026-03-17T09:49:32.739" v="4137"/>
          <ac:spMkLst>
            <pc:docMk/>
            <pc:sldMk cId="2462970314" sldId="2147474979"/>
            <ac:spMk id="51" creationId="{266D0AEF-BAAC-F71A-AF8A-E26B9F0CA6A8}"/>
          </ac:spMkLst>
        </pc:spChg>
        <pc:spChg chg="mod ord">
          <ac:chgData name="Kandhari, Prisha" userId="ecad920b-e9bd-4132-a847-ba07c6ac799f" providerId="ADAL" clId="{869B00E5-AB02-4E9E-A638-F6DFBE37B7B4}" dt="2026-03-17T09:49:32.750" v="4141"/>
          <ac:spMkLst>
            <pc:docMk/>
            <pc:sldMk cId="2462970314" sldId="2147474979"/>
            <ac:spMk id="54" creationId="{74842521-9B13-46F0-4AD9-72B6E43557C4}"/>
          </ac:spMkLst>
        </pc:spChg>
        <pc:spChg chg="mod ord">
          <ac:chgData name="Kandhari, Prisha" userId="ecad920b-e9bd-4132-a847-ba07c6ac799f" providerId="ADAL" clId="{869B00E5-AB02-4E9E-A638-F6DFBE37B7B4}" dt="2026-03-17T09:49:32.751" v="4143"/>
          <ac:spMkLst>
            <pc:docMk/>
            <pc:sldMk cId="2462970314" sldId="2147474979"/>
            <ac:spMk id="55" creationId="{F2B9AC6D-2636-BCC1-243E-74F3DAAE3394}"/>
          </ac:spMkLst>
        </pc:spChg>
        <pc:spChg chg="mod ord">
          <ac:chgData name="Kandhari, Prisha" userId="ecad920b-e9bd-4132-a847-ba07c6ac799f" providerId="ADAL" clId="{869B00E5-AB02-4E9E-A638-F6DFBE37B7B4}" dt="2026-03-17T09:49:32.751" v="4147"/>
          <ac:spMkLst>
            <pc:docMk/>
            <pc:sldMk cId="2462970314" sldId="2147474979"/>
            <ac:spMk id="58" creationId="{17DF5C85-4485-5ED4-CD91-0A4DE1760158}"/>
          </ac:spMkLst>
        </pc:spChg>
        <pc:spChg chg="mod ord">
          <ac:chgData name="Kandhari, Prisha" userId="ecad920b-e9bd-4132-a847-ba07c6ac799f" providerId="ADAL" clId="{869B00E5-AB02-4E9E-A638-F6DFBE37B7B4}" dt="2026-03-17T09:49:32.751" v="4149"/>
          <ac:spMkLst>
            <pc:docMk/>
            <pc:sldMk cId="2462970314" sldId="2147474979"/>
            <ac:spMk id="59" creationId="{E4F9D157-39D2-635C-FA0E-FE53D65C9922}"/>
          </ac:spMkLst>
        </pc:spChg>
        <pc:spChg chg="mod ord">
          <ac:chgData name="Kandhari, Prisha" userId="ecad920b-e9bd-4132-a847-ba07c6ac799f" providerId="ADAL" clId="{869B00E5-AB02-4E9E-A638-F6DFBE37B7B4}" dt="2026-03-17T09:49:32.735" v="4107"/>
          <ac:spMkLst>
            <pc:docMk/>
            <pc:sldMk cId="2462970314" sldId="2147474979"/>
            <ac:spMk id="63" creationId="{10160ECD-DE07-52E8-0401-8454B47F2DBC}"/>
          </ac:spMkLst>
        </pc:spChg>
        <pc:spChg chg="mod ord">
          <ac:chgData name="Kandhari, Prisha" userId="ecad920b-e9bd-4132-a847-ba07c6ac799f" providerId="ADAL" clId="{869B00E5-AB02-4E9E-A638-F6DFBE37B7B4}" dt="2026-03-17T09:49:32.755" v="4153"/>
          <ac:spMkLst>
            <pc:docMk/>
            <pc:sldMk cId="2462970314" sldId="2147474979"/>
            <ac:spMk id="67" creationId="{48F29A9E-7F51-1C7B-1271-E5FF6775AE93}"/>
          </ac:spMkLst>
        </pc:spChg>
        <pc:spChg chg="mod ord">
          <ac:chgData name="Kandhari, Prisha" userId="ecad920b-e9bd-4132-a847-ba07c6ac799f" providerId="ADAL" clId="{869B00E5-AB02-4E9E-A638-F6DFBE37B7B4}" dt="2026-03-17T09:49:32.755" v="4155"/>
          <ac:spMkLst>
            <pc:docMk/>
            <pc:sldMk cId="2462970314" sldId="2147474979"/>
            <ac:spMk id="68" creationId="{BC814E10-3807-EC3F-030D-5105F6E53990}"/>
          </ac:spMkLst>
        </pc:spChg>
        <pc:spChg chg="mod ord">
          <ac:chgData name="Kandhari, Prisha" userId="ecad920b-e9bd-4132-a847-ba07c6ac799f" providerId="ADAL" clId="{869B00E5-AB02-4E9E-A638-F6DFBE37B7B4}" dt="2026-03-17T09:49:32.755" v="4159"/>
          <ac:spMkLst>
            <pc:docMk/>
            <pc:sldMk cId="2462970314" sldId="2147474979"/>
            <ac:spMk id="72" creationId="{8D36D604-D236-5DEE-A537-BD12DDDA79E3}"/>
          </ac:spMkLst>
        </pc:spChg>
        <pc:spChg chg="mod ord">
          <ac:chgData name="Kandhari, Prisha" userId="ecad920b-e9bd-4132-a847-ba07c6ac799f" providerId="ADAL" clId="{869B00E5-AB02-4E9E-A638-F6DFBE37B7B4}" dt="2026-03-17T09:49:32.755" v="4161"/>
          <ac:spMkLst>
            <pc:docMk/>
            <pc:sldMk cId="2462970314" sldId="2147474979"/>
            <ac:spMk id="73" creationId="{97011A32-B46A-7A73-2568-C8E3FA6DA313}"/>
          </ac:spMkLst>
        </pc:spChg>
        <pc:spChg chg="mod ord">
          <ac:chgData name="Kandhari, Prisha" userId="ecad920b-e9bd-4132-a847-ba07c6ac799f" providerId="ADAL" clId="{869B00E5-AB02-4E9E-A638-F6DFBE37B7B4}" dt="2026-03-17T09:49:32.722" v="4101"/>
          <ac:spMkLst>
            <pc:docMk/>
            <pc:sldMk cId="2462970314" sldId="2147474979"/>
            <ac:spMk id="92" creationId="{D96230FA-E4CB-B32B-9218-AAC8130CA4BC}"/>
          </ac:spMkLst>
        </pc:spChg>
        <pc:spChg chg="mod ord">
          <ac:chgData name="Kandhari, Prisha" userId="ecad920b-e9bd-4132-a847-ba07c6ac799f" providerId="ADAL" clId="{869B00E5-AB02-4E9E-A638-F6DFBE37B7B4}" dt="2026-03-17T09:49:32.755" v="4165"/>
          <ac:spMkLst>
            <pc:docMk/>
            <pc:sldMk cId="2462970314" sldId="2147474979"/>
            <ac:spMk id="95" creationId="{C4706700-2B2F-52AA-3E2B-B172132D0329}"/>
          </ac:spMkLst>
        </pc:spChg>
        <pc:spChg chg="mod ord">
          <ac:chgData name="Kandhari, Prisha" userId="ecad920b-e9bd-4132-a847-ba07c6ac799f" providerId="ADAL" clId="{869B00E5-AB02-4E9E-A638-F6DFBE37B7B4}" dt="2026-03-17T09:49:32.755" v="4167"/>
          <ac:spMkLst>
            <pc:docMk/>
            <pc:sldMk cId="2462970314" sldId="2147474979"/>
            <ac:spMk id="96" creationId="{16EA82E3-1543-CF1D-D032-2FB21C6EFBE5}"/>
          </ac:spMkLst>
        </pc:spChg>
        <pc:spChg chg="mod ord">
          <ac:chgData name="Kandhari, Prisha" userId="ecad920b-e9bd-4132-a847-ba07c6ac799f" providerId="ADAL" clId="{869B00E5-AB02-4E9E-A638-F6DFBE37B7B4}" dt="2026-03-17T09:49:32.755" v="4171"/>
          <ac:spMkLst>
            <pc:docMk/>
            <pc:sldMk cId="2462970314" sldId="2147474979"/>
            <ac:spMk id="99" creationId="{32F42309-28A8-B668-BA87-EF0DEE838EA0}"/>
          </ac:spMkLst>
        </pc:spChg>
        <pc:spChg chg="mod ord">
          <ac:chgData name="Kandhari, Prisha" userId="ecad920b-e9bd-4132-a847-ba07c6ac799f" providerId="ADAL" clId="{869B00E5-AB02-4E9E-A638-F6DFBE37B7B4}" dt="2026-03-17T09:49:32.733" v="4103"/>
          <ac:spMkLst>
            <pc:docMk/>
            <pc:sldMk cId="2462970314" sldId="2147474979"/>
            <ac:spMk id="100" creationId="{776B71E6-1FEE-F343-8861-F48736D44F1C}"/>
          </ac:spMkLst>
        </pc:spChg>
        <pc:spChg chg="mod ord">
          <ac:chgData name="Kandhari, Prisha" userId="ecad920b-e9bd-4132-a847-ba07c6ac799f" providerId="ADAL" clId="{869B00E5-AB02-4E9E-A638-F6DFBE37B7B4}" dt="2026-03-17T09:49:32.755" v="4173"/>
          <ac:spMkLst>
            <pc:docMk/>
            <pc:sldMk cId="2462970314" sldId="2147474979"/>
            <ac:spMk id="101" creationId="{0117476A-5D2A-94F7-1139-85701E9258CF}"/>
          </ac:spMkLst>
        </pc:spChg>
        <pc:spChg chg="mod ord">
          <ac:chgData name="Kandhari, Prisha" userId="ecad920b-e9bd-4132-a847-ba07c6ac799f" providerId="ADAL" clId="{869B00E5-AB02-4E9E-A638-F6DFBE37B7B4}" dt="2026-03-17T09:49:32.755" v="4177"/>
          <ac:spMkLst>
            <pc:docMk/>
            <pc:sldMk cId="2462970314" sldId="2147474979"/>
            <ac:spMk id="104" creationId="{9CD01186-C42F-6B35-DCD5-A310252AA404}"/>
          </ac:spMkLst>
        </pc:spChg>
        <pc:spChg chg="mod ord">
          <ac:chgData name="Kandhari, Prisha" userId="ecad920b-e9bd-4132-a847-ba07c6ac799f" providerId="ADAL" clId="{869B00E5-AB02-4E9E-A638-F6DFBE37B7B4}" dt="2026-03-17T09:49:32.755" v="4179"/>
          <ac:spMkLst>
            <pc:docMk/>
            <pc:sldMk cId="2462970314" sldId="2147474979"/>
            <ac:spMk id="105" creationId="{D2537F51-760D-9457-1611-526EE18432CF}"/>
          </ac:spMkLst>
        </pc:spChg>
        <pc:spChg chg="mod ord">
          <ac:chgData name="Kandhari, Prisha" userId="ecad920b-e9bd-4132-a847-ba07c6ac799f" providerId="ADAL" clId="{869B00E5-AB02-4E9E-A638-F6DFBE37B7B4}" dt="2026-03-17T09:49:32.767" v="4183"/>
          <ac:spMkLst>
            <pc:docMk/>
            <pc:sldMk cId="2462970314" sldId="2147474979"/>
            <ac:spMk id="108" creationId="{BD37D1F3-3C28-DAD8-5A76-9F3AA705E27C}"/>
          </ac:spMkLst>
        </pc:spChg>
        <pc:spChg chg="mod ord">
          <ac:chgData name="Kandhari, Prisha" userId="ecad920b-e9bd-4132-a847-ba07c6ac799f" providerId="ADAL" clId="{869B00E5-AB02-4E9E-A638-F6DFBE37B7B4}" dt="2026-03-17T09:49:32.767" v="4185"/>
          <ac:spMkLst>
            <pc:docMk/>
            <pc:sldMk cId="2462970314" sldId="2147474979"/>
            <ac:spMk id="109" creationId="{848D33C1-6946-A93A-CBCD-258AE7AB89DB}"/>
          </ac:spMkLst>
        </pc:spChg>
        <pc:grpChg chg="mod ord">
          <ac:chgData name="Kandhari, Prisha" userId="ecad920b-e9bd-4132-a847-ba07c6ac799f" providerId="ADAL" clId="{869B00E5-AB02-4E9E-A638-F6DFBE37B7B4}" dt="2026-03-17T09:49:32.735" v="4109"/>
          <ac:grpSpMkLst>
            <pc:docMk/>
            <pc:sldMk cId="2462970314" sldId="2147474979"/>
            <ac:grpSpMk id="21" creationId="{4934EAAC-39EB-A34F-2BD0-ABCD86EB9B1A}"/>
          </ac:grpSpMkLst>
        </pc:grpChg>
        <pc:grpChg chg="mod">
          <ac:chgData name="Kandhari, Prisha" userId="ecad920b-e9bd-4132-a847-ba07c6ac799f" providerId="ADAL" clId="{869B00E5-AB02-4E9E-A638-F6DFBE37B7B4}" dt="2026-03-17T09:49:32.722" v="4095"/>
          <ac:grpSpMkLst>
            <pc:docMk/>
            <pc:sldMk cId="2462970314" sldId="2147474979"/>
            <ac:grpSpMk id="42" creationId="{5ECCA0C0-2194-4266-0646-665492A7ED2F}"/>
          </ac:grpSpMkLst>
        </pc:grpChg>
        <pc:grpChg chg="mod">
          <ac:chgData name="Kandhari, Prisha" userId="ecad920b-e9bd-4132-a847-ba07c6ac799f" providerId="ADAL" clId="{869B00E5-AB02-4E9E-A638-F6DFBE37B7B4}" dt="2026-03-17T09:49:32.722" v="4094"/>
          <ac:grpSpMkLst>
            <pc:docMk/>
            <pc:sldMk cId="2462970314" sldId="2147474979"/>
            <ac:grpSpMk id="43" creationId="{AAE65B69-D00B-9A07-B74B-51B5B58D1910}"/>
          </ac:grpSpMkLst>
        </pc:grpChg>
        <pc:graphicFrameChg chg="add del mod">
          <ac:chgData name="Kandhari, Prisha" userId="ecad920b-e9bd-4132-a847-ba07c6ac799f" providerId="ADAL" clId="{869B00E5-AB02-4E9E-A638-F6DFBE37B7B4}" dt="2026-03-17T05:41:03.995" v="2115"/>
          <ac:graphicFrameMkLst>
            <pc:docMk/>
            <pc:sldMk cId="2462970314" sldId="2147474979"/>
            <ac:graphicFrameMk id="4" creationId="{16077B17-8AD9-0F38-EEA0-617393AAA7CD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07.454" v="3882"/>
          <ac:graphicFrameMkLst>
            <pc:docMk/>
            <pc:sldMk cId="2462970314" sldId="2147474979"/>
            <ac:graphicFrameMk id="4" creationId="{89CEBC31-7DDB-C76B-F785-13B11B918C8D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5:40:35.659" v="1900" actId="1076"/>
          <ac:graphicFrameMkLst>
            <pc:docMk/>
            <pc:sldMk cId="2462970314" sldId="2147474979"/>
            <ac:graphicFrameMk id="5" creationId="{20A86ECF-51D3-6E0E-128C-B254D7FF4CFA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5:40:59.613" v="2076" actId="1076"/>
          <ac:graphicFrameMkLst>
            <pc:docMk/>
            <pc:sldMk cId="2462970314" sldId="2147474979"/>
            <ac:graphicFrameMk id="11" creationId="{BAB34D52-AECE-C459-8BEA-A56B2A1854D2}"/>
          </ac:graphicFrameMkLst>
        </pc:graphicFrameChg>
        <pc:graphicFrameChg chg="del">
          <ac:chgData name="Kandhari, Prisha" userId="ecad920b-e9bd-4132-a847-ba07c6ac799f" providerId="ADAL" clId="{869B00E5-AB02-4E9E-A638-F6DFBE37B7B4}" dt="2026-03-17T09:44:46.845" v="3134"/>
          <ac:graphicFrameMkLst>
            <pc:docMk/>
            <pc:sldMk cId="2462970314" sldId="2147474979"/>
            <ac:graphicFrameMk id="18" creationId="{2F9BD84A-3E49-EB16-FFE5-395E48F2D52C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5:41:49.602" v="2217"/>
          <ac:graphicFrameMkLst>
            <pc:docMk/>
            <pc:sldMk cId="2462970314" sldId="2147474979"/>
            <ac:graphicFrameMk id="18" creationId="{7724CB9F-E091-DBC5-2B08-7D08F1F40553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4:32.791" v="2495"/>
          <ac:graphicFrameMkLst>
            <pc:docMk/>
            <pc:sldMk cId="2462970314" sldId="2147474979"/>
            <ac:graphicFrameMk id="19" creationId="{EE3CB87C-F7F5-2173-93F8-9B455DDF0E57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4:47.952" v="2777"/>
          <ac:graphicFrameMkLst>
            <pc:docMk/>
            <pc:sldMk cId="2462970314" sldId="2147474979"/>
            <ac:graphicFrameMk id="31" creationId="{10E54E04-4F39-EEA2-AA02-F9C6B6A59B44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25.188" v="3986"/>
          <ac:graphicFrameMkLst>
            <pc:docMk/>
            <pc:sldMk cId="2462970314" sldId="2147474979"/>
            <ac:graphicFrameMk id="31" creationId="{A0B0AA10-FC8B-3BD2-6EDC-573323639AAD}"/>
          </ac:graphicFrameMkLst>
        </pc:graphicFrameChg>
        <pc:graphicFrameChg chg="mod ord">
          <ac:chgData name="Kandhari, Prisha" userId="ecad920b-e9bd-4132-a847-ba07c6ac799f" providerId="ADAL" clId="{869B00E5-AB02-4E9E-A638-F6DFBE37B7B4}" dt="2026-03-17T09:49:32.722" v="4097"/>
          <ac:graphicFrameMkLst>
            <pc:docMk/>
            <pc:sldMk cId="2462970314" sldId="2147474979"/>
            <ac:graphicFrameMk id="36" creationId="{25FEBC8E-670E-7623-FE00-F0CA09A13D27}"/>
          </ac:graphicFrameMkLst>
        </pc:graphicFrameChg>
        <pc:graphicFrameChg chg="mod">
          <ac:chgData name="Kandhari, Prisha" userId="ecad920b-e9bd-4132-a847-ba07c6ac799f" providerId="ADAL" clId="{869B00E5-AB02-4E9E-A638-F6DFBE37B7B4}" dt="2026-03-17T09:49:32.772" v="4188"/>
          <ac:graphicFrameMkLst>
            <pc:docMk/>
            <pc:sldMk cId="2462970314" sldId="2147474979"/>
            <ac:graphicFrameMk id="38" creationId="{180A419A-EE05-9F33-5D36-21B701A4DD9C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7:14:39.268" v="2750" actId="1076"/>
          <ac:graphicFrameMkLst>
            <pc:docMk/>
            <pc:sldMk cId="2462970314" sldId="2147474979"/>
            <ac:graphicFrameMk id="44" creationId="{39767FDC-BCEC-AFFD-02DF-BC9762F53C27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32.561" v="4088"/>
          <ac:graphicFrameMkLst>
            <pc:docMk/>
            <pc:sldMk cId="2462970314" sldId="2147474979"/>
            <ac:graphicFrameMk id="44" creationId="{EE0FA757-172D-64DD-9E1D-6A67A0E446F1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9:49:32.767" v="4186"/>
          <ac:graphicFrameMkLst>
            <pc:docMk/>
            <pc:sldMk cId="2462970314" sldId="2147474979"/>
            <ac:graphicFrameMk id="48" creationId="{94F93759-DA28-AA0A-CC25-C999A58ECEC8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7:14:48.062" v="2875"/>
          <ac:graphicFrameMkLst>
            <pc:docMk/>
            <pc:sldMk cId="2462970314" sldId="2147474979"/>
            <ac:graphicFrameMk id="52" creationId="{0DD43744-50CF-A158-0EE6-8D7AA71484C4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5:40:20.201" v="1648"/>
          <ac:graphicFrameMkLst>
            <pc:docMk/>
            <pc:sldMk cId="2462970314" sldId="2147474979"/>
            <ac:graphicFrameMk id="64" creationId="{D99BBC39-0184-F899-7262-648480BAFA7A}"/>
          </ac:graphicFrameMkLst>
        </pc:graphicFrameChg>
        <pc:cxnChg chg="mod ord">
          <ac:chgData name="Kandhari, Prisha" userId="ecad920b-e9bd-4132-a847-ba07c6ac799f" providerId="ADAL" clId="{869B00E5-AB02-4E9E-A638-F6DFBE37B7B4}" dt="2026-03-17T09:49:32.739" v="4115"/>
          <ac:cxnSpMkLst>
            <pc:docMk/>
            <pc:sldMk cId="2462970314" sldId="2147474979"/>
            <ac:cxnSpMk id="6" creationId="{9CC90B96-7499-D8D9-A387-3609AEF94BFE}"/>
          </ac:cxnSpMkLst>
        </pc:cxnChg>
        <pc:cxnChg chg="mod ord">
          <ac:chgData name="Kandhari, Prisha" userId="ecad920b-e9bd-4132-a847-ba07c6ac799f" providerId="ADAL" clId="{869B00E5-AB02-4E9E-A638-F6DFBE37B7B4}" dt="2026-03-17T09:49:32.739" v="4121"/>
          <ac:cxnSpMkLst>
            <pc:docMk/>
            <pc:sldMk cId="2462970314" sldId="2147474979"/>
            <ac:cxnSpMk id="10" creationId="{94BC2702-3C35-7785-CD92-7888A02C2DE7}"/>
          </ac:cxnSpMkLst>
        </pc:cxnChg>
        <pc:cxnChg chg="mod ord">
          <ac:chgData name="Kandhari, Prisha" userId="ecad920b-e9bd-4132-a847-ba07c6ac799f" providerId="ADAL" clId="{869B00E5-AB02-4E9E-A638-F6DFBE37B7B4}" dt="2026-03-17T09:49:32.722" v="4099"/>
          <ac:cxnSpMkLst>
            <pc:docMk/>
            <pc:sldMk cId="2462970314" sldId="2147474979"/>
            <ac:cxnSpMk id="16" creationId="{6916FB32-BCEA-5862-2358-A2DF1F98220E}"/>
          </ac:cxnSpMkLst>
        </pc:cxnChg>
        <pc:cxnChg chg="add mod ord">
          <ac:chgData name="Kandhari, Prisha" userId="ecad920b-e9bd-4132-a847-ba07c6ac799f" providerId="ADAL" clId="{869B00E5-AB02-4E9E-A638-F6DFBE37B7B4}" dt="2026-03-17T09:48:52.866" v="3757" actId="13822"/>
          <ac:cxnSpMkLst>
            <pc:docMk/>
            <pc:sldMk cId="2462970314" sldId="2147474979"/>
            <ac:cxnSpMk id="17" creationId="{D454C476-5295-2A04-06A4-7122A5B54F58}"/>
          </ac:cxnSpMkLst>
        </pc:cxnChg>
        <pc:cxnChg chg="add mod ord">
          <ac:chgData name="Kandhari, Prisha" userId="ecad920b-e9bd-4132-a847-ba07c6ac799f" providerId="ADAL" clId="{869B00E5-AB02-4E9E-A638-F6DFBE37B7B4}" dt="2026-03-17T09:48:52.853" v="3748" actId="13822"/>
          <ac:cxnSpMkLst>
            <pc:docMk/>
            <pc:sldMk cId="2462970314" sldId="2147474979"/>
            <ac:cxnSpMk id="19" creationId="{7E3EB766-66EB-DA38-E8B4-EFC300D641A2}"/>
          </ac:cxnSpMkLst>
        </pc:cxnChg>
        <pc:cxnChg chg="mod ord">
          <ac:chgData name="Kandhari, Prisha" userId="ecad920b-e9bd-4132-a847-ba07c6ac799f" providerId="ADAL" clId="{869B00E5-AB02-4E9E-A638-F6DFBE37B7B4}" dt="2026-03-17T09:49:32.739" v="4127"/>
          <ac:cxnSpMkLst>
            <pc:docMk/>
            <pc:sldMk cId="2462970314" sldId="2147474979"/>
            <ac:cxnSpMk id="45" creationId="{451BE407-B50E-982C-12BE-AD0FAEB4B975}"/>
          </ac:cxnSpMkLst>
        </pc:cxnChg>
        <pc:cxnChg chg="mod ord">
          <ac:chgData name="Kandhari, Prisha" userId="ecad920b-e9bd-4132-a847-ba07c6ac799f" providerId="ADAL" clId="{869B00E5-AB02-4E9E-A638-F6DFBE37B7B4}" dt="2026-03-17T09:49:32.739" v="4133"/>
          <ac:cxnSpMkLst>
            <pc:docMk/>
            <pc:sldMk cId="2462970314" sldId="2147474979"/>
            <ac:cxnSpMk id="49" creationId="{89B496D1-2726-9780-057A-A7E38BF9A70F}"/>
          </ac:cxnSpMkLst>
        </pc:cxnChg>
        <pc:cxnChg chg="mod ord">
          <ac:chgData name="Kandhari, Prisha" userId="ecad920b-e9bd-4132-a847-ba07c6ac799f" providerId="ADAL" clId="{869B00E5-AB02-4E9E-A638-F6DFBE37B7B4}" dt="2026-03-17T09:49:32.739" v="4139"/>
          <ac:cxnSpMkLst>
            <pc:docMk/>
            <pc:sldMk cId="2462970314" sldId="2147474979"/>
            <ac:cxnSpMk id="53" creationId="{834597EC-AF61-2034-FAB2-82912C033D24}"/>
          </ac:cxnSpMkLst>
        </pc:cxnChg>
        <pc:cxnChg chg="mod ord">
          <ac:chgData name="Kandhari, Prisha" userId="ecad920b-e9bd-4132-a847-ba07c6ac799f" providerId="ADAL" clId="{869B00E5-AB02-4E9E-A638-F6DFBE37B7B4}" dt="2026-03-17T09:49:32.751" v="4145"/>
          <ac:cxnSpMkLst>
            <pc:docMk/>
            <pc:sldMk cId="2462970314" sldId="2147474979"/>
            <ac:cxnSpMk id="57" creationId="{F32BE848-083F-E48C-6FA2-0F8E2B88514F}"/>
          </ac:cxnSpMkLst>
        </pc:cxnChg>
        <pc:cxnChg chg="mod ord">
          <ac:chgData name="Kandhari, Prisha" userId="ecad920b-e9bd-4132-a847-ba07c6ac799f" providerId="ADAL" clId="{869B00E5-AB02-4E9E-A638-F6DFBE37B7B4}" dt="2026-03-17T09:49:32.751" v="4151"/>
          <ac:cxnSpMkLst>
            <pc:docMk/>
            <pc:sldMk cId="2462970314" sldId="2147474979"/>
            <ac:cxnSpMk id="65" creationId="{762C8569-ED24-9FCD-64B4-446337A7B714}"/>
          </ac:cxnSpMkLst>
        </pc:cxnChg>
        <pc:cxnChg chg="mod ord">
          <ac:chgData name="Kandhari, Prisha" userId="ecad920b-e9bd-4132-a847-ba07c6ac799f" providerId="ADAL" clId="{869B00E5-AB02-4E9E-A638-F6DFBE37B7B4}" dt="2026-03-17T09:49:32.755" v="4157"/>
          <ac:cxnSpMkLst>
            <pc:docMk/>
            <pc:sldMk cId="2462970314" sldId="2147474979"/>
            <ac:cxnSpMk id="71" creationId="{62E4763F-2E07-3557-F58E-D30C2E526E87}"/>
          </ac:cxnSpMkLst>
        </pc:cxnChg>
        <pc:cxnChg chg="mod ord">
          <ac:chgData name="Kandhari, Prisha" userId="ecad920b-e9bd-4132-a847-ba07c6ac799f" providerId="ADAL" clId="{869B00E5-AB02-4E9E-A638-F6DFBE37B7B4}" dt="2026-03-17T09:49:32.755" v="4163"/>
          <ac:cxnSpMkLst>
            <pc:docMk/>
            <pc:sldMk cId="2462970314" sldId="2147474979"/>
            <ac:cxnSpMk id="94" creationId="{D817207F-37DD-21AD-FBF8-DA7738D6FA30}"/>
          </ac:cxnSpMkLst>
        </pc:cxnChg>
        <pc:cxnChg chg="mod ord">
          <ac:chgData name="Kandhari, Prisha" userId="ecad920b-e9bd-4132-a847-ba07c6ac799f" providerId="ADAL" clId="{869B00E5-AB02-4E9E-A638-F6DFBE37B7B4}" dt="2026-03-17T09:49:32.755" v="4169"/>
          <ac:cxnSpMkLst>
            <pc:docMk/>
            <pc:sldMk cId="2462970314" sldId="2147474979"/>
            <ac:cxnSpMk id="98" creationId="{5E806FAF-DBEF-39BB-4408-5775B8C357B5}"/>
          </ac:cxnSpMkLst>
        </pc:cxnChg>
        <pc:cxnChg chg="mod ord">
          <ac:chgData name="Kandhari, Prisha" userId="ecad920b-e9bd-4132-a847-ba07c6ac799f" providerId="ADAL" clId="{869B00E5-AB02-4E9E-A638-F6DFBE37B7B4}" dt="2026-03-17T09:49:32.755" v="4175"/>
          <ac:cxnSpMkLst>
            <pc:docMk/>
            <pc:sldMk cId="2462970314" sldId="2147474979"/>
            <ac:cxnSpMk id="103" creationId="{58895F70-DA1E-B0DF-3807-41F2E9A6CCBE}"/>
          </ac:cxnSpMkLst>
        </pc:cxnChg>
        <pc:cxnChg chg="mod ord">
          <ac:chgData name="Kandhari, Prisha" userId="ecad920b-e9bd-4132-a847-ba07c6ac799f" providerId="ADAL" clId="{869B00E5-AB02-4E9E-A638-F6DFBE37B7B4}" dt="2026-03-17T09:49:32.755" v="4181"/>
          <ac:cxnSpMkLst>
            <pc:docMk/>
            <pc:sldMk cId="2462970314" sldId="2147474979"/>
            <ac:cxnSpMk id="107" creationId="{4D5BA7EA-7E07-785B-1B4D-74AB351E6D3F}"/>
          </ac:cxnSpMkLst>
        </pc:cxnChg>
      </pc:sldChg>
      <pc:sldChg chg="addSp delSp modSp mod">
        <pc:chgData name="Kandhari, Prisha" userId="ecad920b-e9bd-4132-a847-ba07c6ac799f" providerId="ADAL" clId="{869B00E5-AB02-4E9E-A638-F6DFBE37B7B4}" dt="2026-03-17T09:50:14.387" v="4458"/>
        <pc:sldMkLst>
          <pc:docMk/>
          <pc:sldMk cId="1764612123" sldId="2147474980"/>
        </pc:sldMkLst>
        <pc:spChg chg="mod ord">
          <ac:chgData name="Kandhari, Prisha" userId="ecad920b-e9bd-4132-a847-ba07c6ac799f" providerId="ADAL" clId="{869B00E5-AB02-4E9E-A638-F6DFBE37B7B4}" dt="2026-03-17T09:50:14.371" v="4381"/>
          <ac:spMkLst>
            <pc:docMk/>
            <pc:sldMk cId="1764612123" sldId="2147474980"/>
            <ac:spMk id="2" creationId="{BDC7AF57-E43F-D95F-7446-571B01530FB2}"/>
          </ac:spMkLst>
        </pc:spChg>
        <pc:spChg chg="add del mod modVis">
          <ac:chgData name="Kandhari, Prisha" userId="ecad920b-e9bd-4132-a847-ba07c6ac799f" providerId="ADAL" clId="{869B00E5-AB02-4E9E-A638-F6DFBE37B7B4}" dt="2026-03-17T05:42:15.058" v="2426"/>
          <ac:spMkLst>
            <pc:docMk/>
            <pc:sldMk cId="1764612123" sldId="2147474980"/>
            <ac:spMk id="3" creationId="{74B1C7A5-6A22-6114-D509-608E10AEC341}"/>
          </ac:spMkLst>
        </pc:spChg>
        <pc:spChg chg="add del mod modVis">
          <ac:chgData name="Kandhari, Prisha" userId="ecad920b-e9bd-4132-a847-ba07c6ac799f" providerId="ADAL" clId="{869B00E5-AB02-4E9E-A638-F6DFBE37B7B4}" dt="2026-03-17T09:20:05.289" v="3105"/>
          <ac:spMkLst>
            <pc:docMk/>
            <pc:sldMk cId="1764612123" sldId="2147474980"/>
            <ac:spMk id="3" creationId="{EA35D141-196B-C03C-31E4-EDCD4AE8EE67}"/>
          </ac:spMkLst>
        </pc:spChg>
        <pc:spChg chg="add del mod ord">
          <ac:chgData name="Kandhari, Prisha" userId="ecad920b-e9bd-4132-a847-ba07c6ac799f" providerId="ADAL" clId="{869B00E5-AB02-4E9E-A638-F6DFBE37B7B4}" dt="2026-03-17T07:15:30.627" v="3060" actId="478"/>
          <ac:spMkLst>
            <pc:docMk/>
            <pc:sldMk cId="1764612123" sldId="2147474980"/>
            <ac:spMk id="6" creationId="{E64E3BA0-A2E1-5F2E-D535-1AE877A690DE}"/>
          </ac:spMkLst>
        </pc:spChg>
        <pc:spChg chg="mod ord">
          <ac:chgData name="Kandhari, Prisha" userId="ecad920b-e9bd-4132-a847-ba07c6ac799f" providerId="ADAL" clId="{869B00E5-AB02-4E9E-A638-F6DFBE37B7B4}" dt="2026-03-17T09:50:14.376" v="4389"/>
          <ac:spMkLst>
            <pc:docMk/>
            <pc:sldMk cId="1764612123" sldId="2147474980"/>
            <ac:spMk id="8" creationId="{76E3E640-A91F-4541-7967-13AB0DC6FB65}"/>
          </ac:spMkLst>
        </pc:spChg>
        <pc:spChg chg="mod ord">
          <ac:chgData name="Kandhari, Prisha" userId="ecad920b-e9bd-4132-a847-ba07c6ac799f" providerId="ADAL" clId="{869B00E5-AB02-4E9E-A638-F6DFBE37B7B4}" dt="2026-03-17T09:50:14.376" v="4391"/>
          <ac:spMkLst>
            <pc:docMk/>
            <pc:sldMk cId="1764612123" sldId="2147474980"/>
            <ac:spMk id="9" creationId="{C4B6DDA3-0040-E001-149D-1A48C8F689ED}"/>
          </ac:spMkLst>
        </pc:spChg>
        <pc:spChg chg="mod ord">
          <ac:chgData name="Kandhari, Prisha" userId="ecad920b-e9bd-4132-a847-ba07c6ac799f" providerId="ADAL" clId="{869B00E5-AB02-4E9E-A638-F6DFBE37B7B4}" dt="2026-03-17T09:50:14.376" v="4395"/>
          <ac:spMkLst>
            <pc:docMk/>
            <pc:sldMk cId="1764612123" sldId="2147474980"/>
            <ac:spMk id="12" creationId="{AEF8A128-386E-3D87-4F6D-0DA3CCF72957}"/>
          </ac:spMkLst>
        </pc:spChg>
        <pc:spChg chg="mod ord">
          <ac:chgData name="Kandhari, Prisha" userId="ecad920b-e9bd-4132-a847-ba07c6ac799f" providerId="ADAL" clId="{869B00E5-AB02-4E9E-A638-F6DFBE37B7B4}" dt="2026-03-17T09:50:14.376" v="4397"/>
          <ac:spMkLst>
            <pc:docMk/>
            <pc:sldMk cId="1764612123" sldId="2147474980"/>
            <ac:spMk id="15" creationId="{FF500AE0-2977-EB47-C7B4-7F7886F45143}"/>
          </ac:spMkLst>
        </pc:spChg>
        <pc:spChg chg="mod ord">
          <ac:chgData name="Kandhari, Prisha" userId="ecad920b-e9bd-4132-a847-ba07c6ac799f" providerId="ADAL" clId="{869B00E5-AB02-4E9E-A638-F6DFBE37B7B4}" dt="2026-03-17T09:50:14.376" v="4401"/>
          <ac:spMkLst>
            <pc:docMk/>
            <pc:sldMk cId="1764612123" sldId="2147474980"/>
            <ac:spMk id="46" creationId="{DFFD3AD7-3D10-0FB9-1E9C-B10F75DDF0BF}"/>
          </ac:spMkLst>
        </pc:spChg>
        <pc:spChg chg="mod ord">
          <ac:chgData name="Kandhari, Prisha" userId="ecad920b-e9bd-4132-a847-ba07c6ac799f" providerId="ADAL" clId="{869B00E5-AB02-4E9E-A638-F6DFBE37B7B4}" dt="2026-03-17T09:50:14.376" v="4403"/>
          <ac:spMkLst>
            <pc:docMk/>
            <pc:sldMk cId="1764612123" sldId="2147474980"/>
            <ac:spMk id="47" creationId="{1A85AAA0-2298-FBBE-624B-624DBBE24AA1}"/>
          </ac:spMkLst>
        </pc:spChg>
        <pc:spChg chg="mod ord">
          <ac:chgData name="Kandhari, Prisha" userId="ecad920b-e9bd-4132-a847-ba07c6ac799f" providerId="ADAL" clId="{869B00E5-AB02-4E9E-A638-F6DFBE37B7B4}" dt="2026-03-17T09:50:14.376" v="4407"/>
          <ac:spMkLst>
            <pc:docMk/>
            <pc:sldMk cId="1764612123" sldId="2147474980"/>
            <ac:spMk id="50" creationId="{A50BEE6E-93CF-6D88-09AF-F675010C0A26}"/>
          </ac:spMkLst>
        </pc:spChg>
        <pc:spChg chg="mod ord">
          <ac:chgData name="Kandhari, Prisha" userId="ecad920b-e9bd-4132-a847-ba07c6ac799f" providerId="ADAL" clId="{869B00E5-AB02-4E9E-A638-F6DFBE37B7B4}" dt="2026-03-17T09:50:14.376" v="4409"/>
          <ac:spMkLst>
            <pc:docMk/>
            <pc:sldMk cId="1764612123" sldId="2147474980"/>
            <ac:spMk id="51" creationId="{4E3E4BB1-EF2D-5B95-3298-48F1F6B4D3EC}"/>
          </ac:spMkLst>
        </pc:spChg>
        <pc:spChg chg="mod ord">
          <ac:chgData name="Kandhari, Prisha" userId="ecad920b-e9bd-4132-a847-ba07c6ac799f" providerId="ADAL" clId="{869B00E5-AB02-4E9E-A638-F6DFBE37B7B4}" dt="2026-03-17T09:50:14.376" v="4413"/>
          <ac:spMkLst>
            <pc:docMk/>
            <pc:sldMk cId="1764612123" sldId="2147474980"/>
            <ac:spMk id="54" creationId="{011E3690-C220-FD79-828E-5E9E4B99C4A8}"/>
          </ac:spMkLst>
        </pc:spChg>
        <pc:spChg chg="mod ord">
          <ac:chgData name="Kandhari, Prisha" userId="ecad920b-e9bd-4132-a847-ba07c6ac799f" providerId="ADAL" clId="{869B00E5-AB02-4E9E-A638-F6DFBE37B7B4}" dt="2026-03-17T09:50:14.376" v="4415"/>
          <ac:spMkLst>
            <pc:docMk/>
            <pc:sldMk cId="1764612123" sldId="2147474980"/>
            <ac:spMk id="55" creationId="{E165B693-1909-6F79-9AF7-399533B34950}"/>
          </ac:spMkLst>
        </pc:spChg>
        <pc:spChg chg="mod ord">
          <ac:chgData name="Kandhari, Prisha" userId="ecad920b-e9bd-4132-a847-ba07c6ac799f" providerId="ADAL" clId="{869B00E5-AB02-4E9E-A638-F6DFBE37B7B4}" dt="2026-03-17T09:50:14.371" v="4383"/>
          <ac:spMkLst>
            <pc:docMk/>
            <pc:sldMk cId="1764612123" sldId="2147474980"/>
            <ac:spMk id="63" creationId="{615E84F4-C99E-4FBB-C47C-8CF88442033A}"/>
          </ac:spMkLst>
        </pc:spChg>
        <pc:spChg chg="mod ord">
          <ac:chgData name="Kandhari, Prisha" userId="ecad920b-e9bd-4132-a847-ba07c6ac799f" providerId="ADAL" clId="{869B00E5-AB02-4E9E-A638-F6DFBE37B7B4}" dt="2026-03-17T09:50:14.376" v="4419"/>
          <ac:spMkLst>
            <pc:docMk/>
            <pc:sldMk cId="1764612123" sldId="2147474980"/>
            <ac:spMk id="67" creationId="{FAC366E1-7787-6716-F22A-22D69A977B0F}"/>
          </ac:spMkLst>
        </pc:spChg>
        <pc:spChg chg="mod ord">
          <ac:chgData name="Kandhari, Prisha" userId="ecad920b-e9bd-4132-a847-ba07c6ac799f" providerId="ADAL" clId="{869B00E5-AB02-4E9E-A638-F6DFBE37B7B4}" dt="2026-03-17T09:50:14.376" v="4421"/>
          <ac:spMkLst>
            <pc:docMk/>
            <pc:sldMk cId="1764612123" sldId="2147474980"/>
            <ac:spMk id="68" creationId="{0A16D24E-3DF4-18B2-796E-2BA313C62199}"/>
          </ac:spMkLst>
        </pc:spChg>
        <pc:spChg chg="mod ord">
          <ac:chgData name="Kandhari, Prisha" userId="ecad920b-e9bd-4132-a847-ba07c6ac799f" providerId="ADAL" clId="{869B00E5-AB02-4E9E-A638-F6DFBE37B7B4}" dt="2026-03-17T09:50:14.376" v="4425"/>
          <ac:spMkLst>
            <pc:docMk/>
            <pc:sldMk cId="1764612123" sldId="2147474980"/>
            <ac:spMk id="71" creationId="{ABE3C4DE-7573-CBEF-E71C-DA48C2888186}"/>
          </ac:spMkLst>
        </pc:spChg>
        <pc:spChg chg="mod ord">
          <ac:chgData name="Kandhari, Prisha" userId="ecad920b-e9bd-4132-a847-ba07c6ac799f" providerId="ADAL" clId="{869B00E5-AB02-4E9E-A638-F6DFBE37B7B4}" dt="2026-03-17T09:50:14.376" v="4427"/>
          <ac:spMkLst>
            <pc:docMk/>
            <pc:sldMk cId="1764612123" sldId="2147474980"/>
            <ac:spMk id="72" creationId="{7FAF29FA-D1C8-947C-AF2B-EDFA2A50A9F3}"/>
          </ac:spMkLst>
        </pc:spChg>
        <pc:spChg chg="mod ord">
          <ac:chgData name="Kandhari, Prisha" userId="ecad920b-e9bd-4132-a847-ba07c6ac799f" providerId="ADAL" clId="{869B00E5-AB02-4E9E-A638-F6DFBE37B7B4}" dt="2026-03-17T09:50:14.384" v="4431"/>
          <ac:spMkLst>
            <pc:docMk/>
            <pc:sldMk cId="1764612123" sldId="2147474980"/>
            <ac:spMk id="94" creationId="{B0D530A2-7A2C-C109-DD60-E86CEC03950F}"/>
          </ac:spMkLst>
        </pc:spChg>
        <pc:spChg chg="mod ord">
          <ac:chgData name="Kandhari, Prisha" userId="ecad920b-e9bd-4132-a847-ba07c6ac799f" providerId="ADAL" clId="{869B00E5-AB02-4E9E-A638-F6DFBE37B7B4}" dt="2026-03-17T09:50:14.384" v="4433"/>
          <ac:spMkLst>
            <pc:docMk/>
            <pc:sldMk cId="1764612123" sldId="2147474980"/>
            <ac:spMk id="95" creationId="{81E43760-2B23-2577-92E5-374A588EFD7B}"/>
          </ac:spMkLst>
        </pc:spChg>
        <pc:spChg chg="mod ord">
          <ac:chgData name="Kandhari, Prisha" userId="ecad920b-e9bd-4132-a847-ba07c6ac799f" providerId="ADAL" clId="{869B00E5-AB02-4E9E-A638-F6DFBE37B7B4}" dt="2026-03-17T09:50:14.384" v="4437"/>
          <ac:spMkLst>
            <pc:docMk/>
            <pc:sldMk cId="1764612123" sldId="2147474980"/>
            <ac:spMk id="98" creationId="{BA68A144-14CD-F590-A90D-BF24800334CC}"/>
          </ac:spMkLst>
        </pc:spChg>
        <pc:spChg chg="mod ord">
          <ac:chgData name="Kandhari, Prisha" userId="ecad920b-e9bd-4132-a847-ba07c6ac799f" providerId="ADAL" clId="{869B00E5-AB02-4E9E-A638-F6DFBE37B7B4}" dt="2026-03-17T09:50:14.387" v="4439"/>
          <ac:spMkLst>
            <pc:docMk/>
            <pc:sldMk cId="1764612123" sldId="2147474980"/>
            <ac:spMk id="99" creationId="{ED0956FE-F0CB-9C6D-54CC-D895DC11F9B4}"/>
          </ac:spMkLst>
        </pc:spChg>
        <pc:spChg chg="mod ord">
          <ac:chgData name="Kandhari, Prisha" userId="ecad920b-e9bd-4132-a847-ba07c6ac799f" providerId="ADAL" clId="{869B00E5-AB02-4E9E-A638-F6DFBE37B7B4}" dt="2026-03-17T09:50:14.387" v="4443"/>
          <ac:spMkLst>
            <pc:docMk/>
            <pc:sldMk cId="1764612123" sldId="2147474980"/>
            <ac:spMk id="103" creationId="{9BEA21B5-5376-D83C-B897-308A822E1A41}"/>
          </ac:spMkLst>
        </pc:spChg>
        <pc:spChg chg="mod ord">
          <ac:chgData name="Kandhari, Prisha" userId="ecad920b-e9bd-4132-a847-ba07c6ac799f" providerId="ADAL" clId="{869B00E5-AB02-4E9E-A638-F6DFBE37B7B4}" dt="2026-03-17T09:50:14.387" v="4445"/>
          <ac:spMkLst>
            <pc:docMk/>
            <pc:sldMk cId="1764612123" sldId="2147474980"/>
            <ac:spMk id="104" creationId="{ED73F67D-CB53-4413-8F43-9BAFFC3C6ED8}"/>
          </ac:spMkLst>
        </pc:spChg>
        <pc:spChg chg="mod ord">
          <ac:chgData name="Kandhari, Prisha" userId="ecad920b-e9bd-4132-a847-ba07c6ac799f" providerId="ADAL" clId="{869B00E5-AB02-4E9E-A638-F6DFBE37B7B4}" dt="2026-03-17T09:50:14.387" v="4449"/>
          <ac:spMkLst>
            <pc:docMk/>
            <pc:sldMk cId="1764612123" sldId="2147474980"/>
            <ac:spMk id="107" creationId="{09555526-47ED-0DAA-CE2F-2EB54904D39E}"/>
          </ac:spMkLst>
        </pc:spChg>
        <pc:spChg chg="mod ord">
          <ac:chgData name="Kandhari, Prisha" userId="ecad920b-e9bd-4132-a847-ba07c6ac799f" providerId="ADAL" clId="{869B00E5-AB02-4E9E-A638-F6DFBE37B7B4}" dt="2026-03-17T09:50:14.387" v="4451"/>
          <ac:spMkLst>
            <pc:docMk/>
            <pc:sldMk cId="1764612123" sldId="2147474980"/>
            <ac:spMk id="108" creationId="{25885318-7B92-FC1E-0242-45EDA9BC6FB8}"/>
          </ac:spMkLst>
        </pc:spChg>
        <pc:spChg chg="mod ord">
          <ac:chgData name="Kandhari, Prisha" userId="ecad920b-e9bd-4132-a847-ba07c6ac799f" providerId="ADAL" clId="{869B00E5-AB02-4E9E-A638-F6DFBE37B7B4}" dt="2026-03-17T09:50:14.387" v="4453"/>
          <ac:spMkLst>
            <pc:docMk/>
            <pc:sldMk cId="1764612123" sldId="2147474980"/>
            <ac:spMk id="132" creationId="{35E22F57-4637-FB63-8B87-6018D3B603D8}"/>
          </ac:spMkLst>
        </pc:spChg>
        <pc:spChg chg="mod ord">
          <ac:chgData name="Kandhari, Prisha" userId="ecad920b-e9bd-4132-a847-ba07c6ac799f" providerId="ADAL" clId="{869B00E5-AB02-4E9E-A638-F6DFBE37B7B4}" dt="2026-03-17T09:50:14.387" v="4455"/>
          <ac:spMkLst>
            <pc:docMk/>
            <pc:sldMk cId="1764612123" sldId="2147474980"/>
            <ac:spMk id="133" creationId="{62DABE78-8128-663F-83A5-F1255652C5EF}"/>
          </ac:spMkLst>
        </pc:spChg>
        <pc:grpChg chg="mod ord">
          <ac:chgData name="Kandhari, Prisha" userId="ecad920b-e9bd-4132-a847-ba07c6ac799f" providerId="ADAL" clId="{869B00E5-AB02-4E9E-A638-F6DFBE37B7B4}" dt="2026-03-17T09:50:14.371" v="4385"/>
          <ac:grpSpMkLst>
            <pc:docMk/>
            <pc:sldMk cId="1764612123" sldId="2147474980"/>
            <ac:grpSpMk id="21" creationId="{444623FD-0131-5DE9-71F4-26B9800CEFB7}"/>
          </ac:grpSpMkLst>
        </pc:grpChg>
        <pc:grpChg chg="mod">
          <ac:chgData name="Kandhari, Prisha" userId="ecad920b-e9bd-4132-a847-ba07c6ac799f" providerId="ADAL" clId="{869B00E5-AB02-4E9E-A638-F6DFBE37B7B4}" dt="2026-03-17T09:50:14.371" v="4377"/>
          <ac:grpSpMkLst>
            <pc:docMk/>
            <pc:sldMk cId="1764612123" sldId="2147474980"/>
            <ac:grpSpMk id="42" creationId="{040464CF-D001-F149-7772-8B98A94F0ECE}"/>
          </ac:grpSpMkLst>
        </pc:grpChg>
        <pc:grpChg chg="mod">
          <ac:chgData name="Kandhari, Prisha" userId="ecad920b-e9bd-4132-a847-ba07c6ac799f" providerId="ADAL" clId="{869B00E5-AB02-4E9E-A638-F6DFBE37B7B4}" dt="2026-03-17T09:50:14.371" v="4376"/>
          <ac:grpSpMkLst>
            <pc:docMk/>
            <pc:sldMk cId="1764612123" sldId="2147474980"/>
            <ac:grpSpMk id="43" creationId="{7CFDFE14-E8FE-A595-CF43-03FF2539D639}"/>
          </ac:grpSpMkLst>
        </pc:grpChg>
        <pc:graphicFrameChg chg="add del mod">
          <ac:chgData name="Kandhari, Prisha" userId="ecad920b-e9bd-4132-a847-ba07c6ac799f" providerId="ADAL" clId="{869B00E5-AB02-4E9E-A638-F6DFBE37B7B4}" dt="2026-03-17T09:49:45.406" v="4190"/>
          <ac:graphicFrameMkLst>
            <pc:docMk/>
            <pc:sldMk cId="1764612123" sldId="2147474980"/>
            <ac:graphicFrameMk id="4" creationId="{29826F81-D25C-3533-BAD6-4DFB2F6323DF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5:42:14.946" v="2338"/>
          <ac:graphicFrameMkLst>
            <pc:docMk/>
            <pc:sldMk cId="1764612123" sldId="2147474980"/>
            <ac:graphicFrameMk id="4" creationId="{B060A075-0907-FC74-31FB-C843EEB715EB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5:02.859" v="2883"/>
          <ac:graphicFrameMkLst>
            <pc:docMk/>
            <pc:sldMk cId="1764612123" sldId="2147474980"/>
            <ac:graphicFrameMk id="5" creationId="{B5282EE0-BC38-6291-BE50-FCCDBE999EB8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57.667" v="4280"/>
          <ac:graphicFrameMkLst>
            <pc:docMk/>
            <pc:sldMk cId="1764612123" sldId="2147474980"/>
            <ac:graphicFrameMk id="5" creationId="{DF951468-6890-BB09-1EF6-233B34E52D04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50:14.276" v="4370"/>
          <ac:graphicFrameMkLst>
            <pc:docMk/>
            <pc:sldMk cId="1764612123" sldId="2147474980"/>
            <ac:graphicFrameMk id="6" creationId="{66328B1D-8E0D-0F01-FBD9-88275F6E63FB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6:34.160" v="3238"/>
          <ac:graphicFrameMkLst>
            <pc:docMk/>
            <pc:sldMk cId="1764612123" sldId="2147474980"/>
            <ac:graphicFrameMk id="10" creationId="{921E839D-B949-C1BC-31BC-1B3A438CAB46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9:50:14.387" v="4456"/>
          <ac:graphicFrameMkLst>
            <pc:docMk/>
            <pc:sldMk cId="1764612123" sldId="2147474980"/>
            <ac:graphicFrameMk id="16" creationId="{6010BFFC-658E-7103-3E20-F484B8B526A6}"/>
          </ac:graphicFrameMkLst>
        </pc:graphicFrameChg>
        <pc:graphicFrameChg chg="mod ord">
          <ac:chgData name="Kandhari, Prisha" userId="ecad920b-e9bd-4132-a847-ba07c6ac799f" providerId="ADAL" clId="{869B00E5-AB02-4E9E-A638-F6DFBE37B7B4}" dt="2026-03-17T09:50:14.371" v="4379"/>
          <ac:graphicFrameMkLst>
            <pc:docMk/>
            <pc:sldMk cId="1764612123" sldId="2147474980"/>
            <ac:graphicFrameMk id="36" creationId="{9CDBD5C6-D2D8-35B0-091D-06E37CAB6D51}"/>
          </ac:graphicFrameMkLst>
        </pc:graphicFrameChg>
        <pc:graphicFrameChg chg="mod">
          <ac:chgData name="Kandhari, Prisha" userId="ecad920b-e9bd-4132-a847-ba07c6ac799f" providerId="ADAL" clId="{869B00E5-AB02-4E9E-A638-F6DFBE37B7B4}" dt="2026-03-17T09:50:14.387" v="4458"/>
          <ac:graphicFrameMkLst>
            <pc:docMk/>
            <pc:sldMk cId="1764612123" sldId="2147474980"/>
            <ac:graphicFrameMk id="38" creationId="{B3B4BB47-56D2-89D1-AF05-C45987EFFB08}"/>
          </ac:graphicFrameMkLst>
        </pc:graphicFrameChg>
        <pc:cxnChg chg="mod ord">
          <ac:chgData name="Kandhari, Prisha" userId="ecad920b-e9bd-4132-a847-ba07c6ac799f" providerId="ADAL" clId="{869B00E5-AB02-4E9E-A638-F6DFBE37B7B4}" dt="2026-03-17T09:50:14.371" v="4387"/>
          <ac:cxnSpMkLst>
            <pc:docMk/>
            <pc:sldMk cId="1764612123" sldId="2147474980"/>
            <ac:cxnSpMk id="7" creationId="{7F2930BB-1A11-C0A5-CFBE-4C32B0BC8B8B}"/>
          </ac:cxnSpMkLst>
        </pc:cxnChg>
        <pc:cxnChg chg="mod ord">
          <ac:chgData name="Kandhari, Prisha" userId="ecad920b-e9bd-4132-a847-ba07c6ac799f" providerId="ADAL" clId="{869B00E5-AB02-4E9E-A638-F6DFBE37B7B4}" dt="2026-03-17T09:50:14.376" v="4393"/>
          <ac:cxnSpMkLst>
            <pc:docMk/>
            <pc:sldMk cId="1764612123" sldId="2147474980"/>
            <ac:cxnSpMk id="11" creationId="{3227A598-C5CA-B64C-BDB4-071FC3C54A9F}"/>
          </ac:cxnSpMkLst>
        </pc:cxnChg>
        <pc:cxnChg chg="mod ord">
          <ac:chgData name="Kandhari, Prisha" userId="ecad920b-e9bd-4132-a847-ba07c6ac799f" providerId="ADAL" clId="{869B00E5-AB02-4E9E-A638-F6DFBE37B7B4}" dt="2026-03-17T09:50:14.376" v="4399"/>
          <ac:cxnSpMkLst>
            <pc:docMk/>
            <pc:sldMk cId="1764612123" sldId="2147474980"/>
            <ac:cxnSpMk id="45" creationId="{C8E9B335-CF88-6298-57F7-7D1FDC68A7BB}"/>
          </ac:cxnSpMkLst>
        </pc:cxnChg>
        <pc:cxnChg chg="mod ord">
          <ac:chgData name="Kandhari, Prisha" userId="ecad920b-e9bd-4132-a847-ba07c6ac799f" providerId="ADAL" clId="{869B00E5-AB02-4E9E-A638-F6DFBE37B7B4}" dt="2026-03-17T09:50:14.376" v="4405"/>
          <ac:cxnSpMkLst>
            <pc:docMk/>
            <pc:sldMk cId="1764612123" sldId="2147474980"/>
            <ac:cxnSpMk id="49" creationId="{ADA26CD2-B9D2-CEE5-46D7-ED7F90E47902}"/>
          </ac:cxnSpMkLst>
        </pc:cxnChg>
        <pc:cxnChg chg="mod ord">
          <ac:chgData name="Kandhari, Prisha" userId="ecad920b-e9bd-4132-a847-ba07c6ac799f" providerId="ADAL" clId="{869B00E5-AB02-4E9E-A638-F6DFBE37B7B4}" dt="2026-03-17T09:50:14.376" v="4411"/>
          <ac:cxnSpMkLst>
            <pc:docMk/>
            <pc:sldMk cId="1764612123" sldId="2147474980"/>
            <ac:cxnSpMk id="53" creationId="{B7D7B1F1-1AD2-C8AA-B189-1222E2B7DF7D}"/>
          </ac:cxnSpMkLst>
        </pc:cxnChg>
        <pc:cxnChg chg="mod ord">
          <ac:chgData name="Kandhari, Prisha" userId="ecad920b-e9bd-4132-a847-ba07c6ac799f" providerId="ADAL" clId="{869B00E5-AB02-4E9E-A638-F6DFBE37B7B4}" dt="2026-03-17T09:50:14.376" v="4417"/>
          <ac:cxnSpMkLst>
            <pc:docMk/>
            <pc:sldMk cId="1764612123" sldId="2147474980"/>
            <ac:cxnSpMk id="65" creationId="{8430578F-7E5F-56EE-0791-9028DCA7A134}"/>
          </ac:cxnSpMkLst>
        </pc:cxnChg>
        <pc:cxnChg chg="mod ord">
          <ac:chgData name="Kandhari, Prisha" userId="ecad920b-e9bd-4132-a847-ba07c6ac799f" providerId="ADAL" clId="{869B00E5-AB02-4E9E-A638-F6DFBE37B7B4}" dt="2026-03-17T09:50:14.376" v="4423"/>
          <ac:cxnSpMkLst>
            <pc:docMk/>
            <pc:sldMk cId="1764612123" sldId="2147474980"/>
            <ac:cxnSpMk id="70" creationId="{F7C75297-9375-99A5-112B-2FE8F1D06FDA}"/>
          </ac:cxnSpMkLst>
        </pc:cxnChg>
        <pc:cxnChg chg="mod ord">
          <ac:chgData name="Kandhari, Prisha" userId="ecad920b-e9bd-4132-a847-ba07c6ac799f" providerId="ADAL" clId="{869B00E5-AB02-4E9E-A638-F6DFBE37B7B4}" dt="2026-03-17T09:50:14.384" v="4429"/>
          <ac:cxnSpMkLst>
            <pc:docMk/>
            <pc:sldMk cId="1764612123" sldId="2147474980"/>
            <ac:cxnSpMk id="93" creationId="{D1DEEE27-CE2B-6606-6905-41F4BE99E231}"/>
          </ac:cxnSpMkLst>
        </pc:cxnChg>
        <pc:cxnChg chg="mod ord">
          <ac:chgData name="Kandhari, Prisha" userId="ecad920b-e9bd-4132-a847-ba07c6ac799f" providerId="ADAL" clId="{869B00E5-AB02-4E9E-A638-F6DFBE37B7B4}" dt="2026-03-17T09:50:14.384" v="4435"/>
          <ac:cxnSpMkLst>
            <pc:docMk/>
            <pc:sldMk cId="1764612123" sldId="2147474980"/>
            <ac:cxnSpMk id="97" creationId="{ADA340C1-2A24-3847-8009-747781847D09}"/>
          </ac:cxnSpMkLst>
        </pc:cxnChg>
        <pc:cxnChg chg="mod ord">
          <ac:chgData name="Kandhari, Prisha" userId="ecad920b-e9bd-4132-a847-ba07c6ac799f" providerId="ADAL" clId="{869B00E5-AB02-4E9E-A638-F6DFBE37B7B4}" dt="2026-03-17T09:50:14.387" v="4441"/>
          <ac:cxnSpMkLst>
            <pc:docMk/>
            <pc:sldMk cId="1764612123" sldId="2147474980"/>
            <ac:cxnSpMk id="102" creationId="{7B4581BF-32BC-4DDF-95D7-3D1B0CE0E893}"/>
          </ac:cxnSpMkLst>
        </pc:cxnChg>
        <pc:cxnChg chg="mod ord">
          <ac:chgData name="Kandhari, Prisha" userId="ecad920b-e9bd-4132-a847-ba07c6ac799f" providerId="ADAL" clId="{869B00E5-AB02-4E9E-A638-F6DFBE37B7B4}" dt="2026-03-17T09:50:14.387" v="4447"/>
          <ac:cxnSpMkLst>
            <pc:docMk/>
            <pc:sldMk cId="1764612123" sldId="2147474980"/>
            <ac:cxnSpMk id="106" creationId="{789810B5-98E2-6CB0-A831-05DA13A88B3C}"/>
          </ac:cxnSpMkLst>
        </pc:cxnChg>
      </pc:sldChg>
      <pc:sldChg chg="addSp delSp modSp mod">
        <pc:chgData name="Kandhari, Prisha" userId="ecad920b-e9bd-4132-a847-ba07c6ac799f" providerId="ADAL" clId="{869B00E5-AB02-4E9E-A638-F6DFBE37B7B4}" dt="2026-03-17T09:50:38.687" v="4578"/>
        <pc:sldMkLst>
          <pc:docMk/>
          <pc:sldMk cId="2357582191" sldId="2147474981"/>
        </pc:sldMkLst>
        <pc:spChg chg="mod ord">
          <ac:chgData name="Kandhari, Prisha" userId="ecad920b-e9bd-4132-a847-ba07c6ac799f" providerId="ADAL" clId="{869B00E5-AB02-4E9E-A638-F6DFBE37B7B4}" dt="2026-03-17T09:50:38.670" v="4531"/>
          <ac:spMkLst>
            <pc:docMk/>
            <pc:sldMk cId="2357582191" sldId="2147474981"/>
            <ac:spMk id="2" creationId="{FD89B8C3-8C14-CFCE-F768-47A0C27FD458}"/>
          </ac:spMkLst>
        </pc:spChg>
        <pc:spChg chg="add del mod ord">
          <ac:chgData name="Kandhari, Prisha" userId="ecad920b-e9bd-4132-a847-ba07c6ac799f" providerId="ADAL" clId="{869B00E5-AB02-4E9E-A638-F6DFBE37B7B4}" dt="2026-03-17T07:15:33.248" v="3061" actId="478"/>
          <ac:spMkLst>
            <pc:docMk/>
            <pc:sldMk cId="2357582191" sldId="2147474981"/>
            <ac:spMk id="3" creationId="{7ABAD0A8-B843-380E-D1A6-A349C87FE510}"/>
          </ac:spMkLst>
        </pc:spChg>
        <pc:spChg chg="add del mod modVis">
          <ac:chgData name="Kandhari, Prisha" userId="ecad920b-e9bd-4132-a847-ba07c6ac799f" providerId="ADAL" clId="{869B00E5-AB02-4E9E-A638-F6DFBE37B7B4}" dt="2026-03-17T09:20:15.708" v="3128"/>
          <ac:spMkLst>
            <pc:docMk/>
            <pc:sldMk cId="2357582191" sldId="2147474981"/>
            <ac:spMk id="3" creationId="{879DCD72-5749-C9CF-9471-814A6F83563D}"/>
          </ac:spMkLst>
        </pc:spChg>
        <pc:spChg chg="add del mod modVis">
          <ac:chgData name="Kandhari, Prisha" userId="ecad920b-e9bd-4132-a847-ba07c6ac799f" providerId="ADAL" clId="{869B00E5-AB02-4E9E-A638-F6DFBE37B7B4}" dt="2026-03-17T07:15:15.852" v="2994"/>
          <ac:spMkLst>
            <pc:docMk/>
            <pc:sldMk cId="2357582191" sldId="2147474981"/>
            <ac:spMk id="4" creationId="{E31DCFD7-39DA-2BF4-2E1B-28E2011870EE}"/>
          </ac:spMkLst>
        </pc:spChg>
        <pc:spChg chg="mod ord">
          <ac:chgData name="Kandhari, Prisha" userId="ecad920b-e9bd-4132-a847-ba07c6ac799f" providerId="ADAL" clId="{869B00E5-AB02-4E9E-A638-F6DFBE37B7B4}" dt="2026-03-17T09:50:38.685" v="4539"/>
          <ac:spMkLst>
            <pc:docMk/>
            <pc:sldMk cId="2357582191" sldId="2147474981"/>
            <ac:spMk id="8" creationId="{CEE4CE8A-A919-043E-14C7-A063FAB943ED}"/>
          </ac:spMkLst>
        </pc:spChg>
        <pc:spChg chg="mod ord">
          <ac:chgData name="Kandhari, Prisha" userId="ecad920b-e9bd-4132-a847-ba07c6ac799f" providerId="ADAL" clId="{869B00E5-AB02-4E9E-A638-F6DFBE37B7B4}" dt="2026-03-17T09:50:38.687" v="4541"/>
          <ac:spMkLst>
            <pc:docMk/>
            <pc:sldMk cId="2357582191" sldId="2147474981"/>
            <ac:spMk id="9" creationId="{400A4957-CB0F-501A-1748-D1C49B05747B}"/>
          </ac:spMkLst>
        </pc:spChg>
        <pc:spChg chg="mod ord">
          <ac:chgData name="Kandhari, Prisha" userId="ecad920b-e9bd-4132-a847-ba07c6ac799f" providerId="ADAL" clId="{869B00E5-AB02-4E9E-A638-F6DFBE37B7B4}" dt="2026-03-17T09:50:38.687" v="4545"/>
          <ac:spMkLst>
            <pc:docMk/>
            <pc:sldMk cId="2357582191" sldId="2147474981"/>
            <ac:spMk id="12" creationId="{FF516D3C-FDB5-D01A-1E9E-0CAEE08E2B80}"/>
          </ac:spMkLst>
        </pc:spChg>
        <pc:spChg chg="mod ord">
          <ac:chgData name="Kandhari, Prisha" userId="ecad920b-e9bd-4132-a847-ba07c6ac799f" providerId="ADAL" clId="{869B00E5-AB02-4E9E-A638-F6DFBE37B7B4}" dt="2026-03-17T09:50:38.687" v="4547"/>
          <ac:spMkLst>
            <pc:docMk/>
            <pc:sldMk cId="2357582191" sldId="2147474981"/>
            <ac:spMk id="44" creationId="{3AF8EDF5-1BAE-FC09-3FB0-1641D2F16043}"/>
          </ac:spMkLst>
        </pc:spChg>
        <pc:spChg chg="mod ord">
          <ac:chgData name="Kandhari, Prisha" userId="ecad920b-e9bd-4132-a847-ba07c6ac799f" providerId="ADAL" clId="{869B00E5-AB02-4E9E-A638-F6DFBE37B7B4}" dt="2026-03-17T09:50:38.687" v="4551"/>
          <ac:spMkLst>
            <pc:docMk/>
            <pc:sldMk cId="2357582191" sldId="2147474981"/>
            <ac:spMk id="51" creationId="{8F50AD5D-890D-DA78-556E-FD172FCC103B}"/>
          </ac:spMkLst>
        </pc:spChg>
        <pc:spChg chg="mod ord">
          <ac:chgData name="Kandhari, Prisha" userId="ecad920b-e9bd-4132-a847-ba07c6ac799f" providerId="ADAL" clId="{869B00E5-AB02-4E9E-A638-F6DFBE37B7B4}" dt="2026-03-17T09:50:38.687" v="4553"/>
          <ac:spMkLst>
            <pc:docMk/>
            <pc:sldMk cId="2357582191" sldId="2147474981"/>
            <ac:spMk id="52" creationId="{09FB1A76-BA63-DF51-F382-1BB2EEA426F1}"/>
          </ac:spMkLst>
        </pc:spChg>
        <pc:spChg chg="mod ord">
          <ac:chgData name="Kandhari, Prisha" userId="ecad920b-e9bd-4132-a847-ba07c6ac799f" providerId="ADAL" clId="{869B00E5-AB02-4E9E-A638-F6DFBE37B7B4}" dt="2026-03-17T09:50:38.687" v="4557"/>
          <ac:spMkLst>
            <pc:docMk/>
            <pc:sldMk cId="2357582191" sldId="2147474981"/>
            <ac:spMk id="55" creationId="{1E1D6652-3F8E-D99B-A01F-3262CBC48D2B}"/>
          </ac:spMkLst>
        </pc:spChg>
        <pc:spChg chg="mod ord">
          <ac:chgData name="Kandhari, Prisha" userId="ecad920b-e9bd-4132-a847-ba07c6ac799f" providerId="ADAL" clId="{869B00E5-AB02-4E9E-A638-F6DFBE37B7B4}" dt="2026-03-17T09:50:38.687" v="4559"/>
          <ac:spMkLst>
            <pc:docMk/>
            <pc:sldMk cId="2357582191" sldId="2147474981"/>
            <ac:spMk id="56" creationId="{4FFEB4CE-449A-5407-7EAD-74D02ED5684A}"/>
          </ac:spMkLst>
        </pc:spChg>
        <pc:spChg chg="mod ord">
          <ac:chgData name="Kandhari, Prisha" userId="ecad920b-e9bd-4132-a847-ba07c6ac799f" providerId="ADAL" clId="{869B00E5-AB02-4E9E-A638-F6DFBE37B7B4}" dt="2026-03-17T09:50:38.687" v="4563"/>
          <ac:spMkLst>
            <pc:docMk/>
            <pc:sldMk cId="2357582191" sldId="2147474981"/>
            <ac:spMk id="59" creationId="{2BA25565-4E03-B6AC-9274-8DBC028182E7}"/>
          </ac:spMkLst>
        </pc:spChg>
        <pc:spChg chg="mod ord">
          <ac:chgData name="Kandhari, Prisha" userId="ecad920b-e9bd-4132-a847-ba07c6ac799f" providerId="ADAL" clId="{869B00E5-AB02-4E9E-A638-F6DFBE37B7B4}" dt="2026-03-17T09:50:38.670" v="4533"/>
          <ac:spMkLst>
            <pc:docMk/>
            <pc:sldMk cId="2357582191" sldId="2147474981"/>
            <ac:spMk id="63" creationId="{7976BD11-6CBA-4082-46D1-C92C98F823FA}"/>
          </ac:spMkLst>
        </pc:spChg>
        <pc:spChg chg="mod ord">
          <ac:chgData name="Kandhari, Prisha" userId="ecad920b-e9bd-4132-a847-ba07c6ac799f" providerId="ADAL" clId="{869B00E5-AB02-4E9E-A638-F6DFBE37B7B4}" dt="2026-03-17T09:50:38.687" v="4565"/>
          <ac:spMkLst>
            <pc:docMk/>
            <pc:sldMk cId="2357582191" sldId="2147474981"/>
            <ac:spMk id="64" creationId="{0E194C1A-6D7A-16F6-FEB5-55BCCAEA7A9E}"/>
          </ac:spMkLst>
        </pc:spChg>
        <pc:spChg chg="mod ord">
          <ac:chgData name="Kandhari, Prisha" userId="ecad920b-e9bd-4132-a847-ba07c6ac799f" providerId="ADAL" clId="{869B00E5-AB02-4E9E-A638-F6DFBE37B7B4}" dt="2026-03-17T09:50:38.687" v="4569"/>
          <ac:spMkLst>
            <pc:docMk/>
            <pc:sldMk cId="2357582191" sldId="2147474981"/>
            <ac:spMk id="68" creationId="{60703918-FDD6-7BE4-F403-2A0B55716643}"/>
          </ac:spMkLst>
        </pc:spChg>
        <pc:spChg chg="mod ord">
          <ac:chgData name="Kandhari, Prisha" userId="ecad920b-e9bd-4132-a847-ba07c6ac799f" providerId="ADAL" clId="{869B00E5-AB02-4E9E-A638-F6DFBE37B7B4}" dt="2026-03-17T09:50:38.687" v="4571"/>
          <ac:spMkLst>
            <pc:docMk/>
            <pc:sldMk cId="2357582191" sldId="2147474981"/>
            <ac:spMk id="69" creationId="{E687DB03-FDDD-C8EE-785E-C958430B0618}"/>
          </ac:spMkLst>
        </pc:spChg>
        <pc:spChg chg="mod ord">
          <ac:chgData name="Kandhari, Prisha" userId="ecad920b-e9bd-4132-a847-ba07c6ac799f" providerId="ADAL" clId="{869B00E5-AB02-4E9E-A638-F6DFBE37B7B4}" dt="2026-03-17T09:50:38.687" v="4573"/>
          <ac:spMkLst>
            <pc:docMk/>
            <pc:sldMk cId="2357582191" sldId="2147474981"/>
            <ac:spMk id="95" creationId="{F1D18A61-C3CA-FFC2-CEBB-5BD5220E685A}"/>
          </ac:spMkLst>
        </pc:spChg>
        <pc:spChg chg="mod ord">
          <ac:chgData name="Kandhari, Prisha" userId="ecad920b-e9bd-4132-a847-ba07c6ac799f" providerId="ADAL" clId="{869B00E5-AB02-4E9E-A638-F6DFBE37B7B4}" dt="2026-03-17T09:50:38.687" v="4575"/>
          <ac:spMkLst>
            <pc:docMk/>
            <pc:sldMk cId="2357582191" sldId="2147474981"/>
            <ac:spMk id="96" creationId="{3C859E1B-1DC8-2A97-9006-54430553528B}"/>
          </ac:spMkLst>
        </pc:spChg>
        <pc:grpChg chg="mod ord">
          <ac:chgData name="Kandhari, Prisha" userId="ecad920b-e9bd-4132-a847-ba07c6ac799f" providerId="ADAL" clId="{869B00E5-AB02-4E9E-A638-F6DFBE37B7B4}" dt="2026-03-17T09:50:38.685" v="4535"/>
          <ac:grpSpMkLst>
            <pc:docMk/>
            <pc:sldMk cId="2357582191" sldId="2147474981"/>
            <ac:grpSpMk id="21" creationId="{74E9FC97-E291-6C97-A3BB-5BA3CAB6ABEA}"/>
          </ac:grpSpMkLst>
        </pc:grpChg>
        <pc:grpChg chg="mod">
          <ac:chgData name="Kandhari, Prisha" userId="ecad920b-e9bd-4132-a847-ba07c6ac799f" providerId="ADAL" clId="{869B00E5-AB02-4E9E-A638-F6DFBE37B7B4}" dt="2026-03-17T09:50:38.670" v="4527"/>
          <ac:grpSpMkLst>
            <pc:docMk/>
            <pc:sldMk cId="2357582191" sldId="2147474981"/>
            <ac:grpSpMk id="42" creationId="{49CC046D-20CC-3E74-D479-F2A718746F6E}"/>
          </ac:grpSpMkLst>
        </pc:grpChg>
        <pc:grpChg chg="mod">
          <ac:chgData name="Kandhari, Prisha" userId="ecad920b-e9bd-4132-a847-ba07c6ac799f" providerId="ADAL" clId="{869B00E5-AB02-4E9E-A638-F6DFBE37B7B4}" dt="2026-03-17T09:50:38.670" v="4526"/>
          <ac:grpSpMkLst>
            <pc:docMk/>
            <pc:sldMk cId="2357582191" sldId="2147474981"/>
            <ac:grpSpMk id="43" creationId="{50F33E3D-B18E-0BA3-C9CA-3D05A9204EFD}"/>
          </ac:grpSpMkLst>
        </pc:grpChg>
        <pc:graphicFrameChg chg="add del mod">
          <ac:chgData name="Kandhari, Prisha" userId="ecad920b-e9bd-4132-a847-ba07c6ac799f" providerId="ADAL" clId="{869B00E5-AB02-4E9E-A638-F6DFBE37B7B4}" dt="2026-03-17T09:50:27.438" v="4460"/>
          <ac:graphicFrameMkLst>
            <pc:docMk/>
            <pc:sldMk cId="2357582191" sldId="2147474981"/>
            <ac:graphicFrameMk id="4" creationId="{81063FE0-35A7-290F-D334-B9E138C1231D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50:38.573" v="4520"/>
          <ac:graphicFrameMkLst>
            <pc:docMk/>
            <pc:sldMk cId="2357582191" sldId="2147474981"/>
            <ac:graphicFrameMk id="5" creationId="{779A03D6-31F9-BE70-7029-AD2035164375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5:16.444" v="2998"/>
          <ac:graphicFrameMkLst>
            <pc:docMk/>
            <pc:sldMk cId="2357582191" sldId="2147474981"/>
            <ac:graphicFrameMk id="5" creationId="{F861C79A-E3E5-7EA3-3B30-8D4779375723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6:51.546" v="3330"/>
          <ac:graphicFrameMkLst>
            <pc:docMk/>
            <pc:sldMk cId="2357582191" sldId="2147474981"/>
            <ac:graphicFrameMk id="6" creationId="{B35D07AE-254F-9ACD-37CC-00F1B88E4938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9:50:38.687" v="4576"/>
          <ac:graphicFrameMkLst>
            <pc:docMk/>
            <pc:sldMk cId="2357582191" sldId="2147474981"/>
            <ac:graphicFrameMk id="10" creationId="{8BCF732E-EE81-E981-5B13-0277579977AE}"/>
          </ac:graphicFrameMkLst>
        </pc:graphicFrameChg>
        <pc:graphicFrameChg chg="mod ord">
          <ac:chgData name="Kandhari, Prisha" userId="ecad920b-e9bd-4132-a847-ba07c6ac799f" providerId="ADAL" clId="{869B00E5-AB02-4E9E-A638-F6DFBE37B7B4}" dt="2026-03-17T09:50:38.670" v="4529"/>
          <ac:graphicFrameMkLst>
            <pc:docMk/>
            <pc:sldMk cId="2357582191" sldId="2147474981"/>
            <ac:graphicFrameMk id="36" creationId="{B5D57EFF-31A9-31BB-1FE7-BD8D9098D365}"/>
          </ac:graphicFrameMkLst>
        </pc:graphicFrameChg>
        <pc:graphicFrameChg chg="mod">
          <ac:chgData name="Kandhari, Prisha" userId="ecad920b-e9bd-4132-a847-ba07c6ac799f" providerId="ADAL" clId="{869B00E5-AB02-4E9E-A638-F6DFBE37B7B4}" dt="2026-03-17T09:50:38.687" v="4578"/>
          <ac:graphicFrameMkLst>
            <pc:docMk/>
            <pc:sldMk cId="2357582191" sldId="2147474981"/>
            <ac:graphicFrameMk id="38" creationId="{CB67A07D-91E0-C6CC-50E5-C80382070637}"/>
          </ac:graphicFrameMkLst>
        </pc:graphicFrameChg>
        <pc:cxnChg chg="mod ord">
          <ac:chgData name="Kandhari, Prisha" userId="ecad920b-e9bd-4132-a847-ba07c6ac799f" providerId="ADAL" clId="{869B00E5-AB02-4E9E-A638-F6DFBE37B7B4}" dt="2026-03-17T09:50:38.685" v="4537"/>
          <ac:cxnSpMkLst>
            <pc:docMk/>
            <pc:sldMk cId="2357582191" sldId="2147474981"/>
            <ac:cxnSpMk id="7" creationId="{12338A68-5482-F4D1-1DC6-AA4560BF793B}"/>
          </ac:cxnSpMkLst>
        </pc:cxnChg>
        <pc:cxnChg chg="mod ord">
          <ac:chgData name="Kandhari, Prisha" userId="ecad920b-e9bd-4132-a847-ba07c6ac799f" providerId="ADAL" clId="{869B00E5-AB02-4E9E-A638-F6DFBE37B7B4}" dt="2026-03-17T09:50:38.687" v="4543"/>
          <ac:cxnSpMkLst>
            <pc:docMk/>
            <pc:sldMk cId="2357582191" sldId="2147474981"/>
            <ac:cxnSpMk id="11" creationId="{522D36CB-16D0-EEDA-B216-30359ED4881A}"/>
          </ac:cxnSpMkLst>
        </pc:cxnChg>
        <pc:cxnChg chg="mod ord">
          <ac:chgData name="Kandhari, Prisha" userId="ecad920b-e9bd-4132-a847-ba07c6ac799f" providerId="ADAL" clId="{869B00E5-AB02-4E9E-A638-F6DFBE37B7B4}" dt="2026-03-17T09:50:38.687" v="4549"/>
          <ac:cxnSpMkLst>
            <pc:docMk/>
            <pc:sldMk cId="2357582191" sldId="2147474981"/>
            <ac:cxnSpMk id="50" creationId="{5D7FD97D-0C67-C18F-6D80-5828D512924B}"/>
          </ac:cxnSpMkLst>
        </pc:cxnChg>
        <pc:cxnChg chg="mod ord">
          <ac:chgData name="Kandhari, Prisha" userId="ecad920b-e9bd-4132-a847-ba07c6ac799f" providerId="ADAL" clId="{869B00E5-AB02-4E9E-A638-F6DFBE37B7B4}" dt="2026-03-17T09:50:38.687" v="4555"/>
          <ac:cxnSpMkLst>
            <pc:docMk/>
            <pc:sldMk cId="2357582191" sldId="2147474981"/>
            <ac:cxnSpMk id="54" creationId="{BF64513D-4D34-B282-E7CA-5DED8E4B5AF2}"/>
          </ac:cxnSpMkLst>
        </pc:cxnChg>
        <pc:cxnChg chg="mod ord">
          <ac:chgData name="Kandhari, Prisha" userId="ecad920b-e9bd-4132-a847-ba07c6ac799f" providerId="ADAL" clId="{869B00E5-AB02-4E9E-A638-F6DFBE37B7B4}" dt="2026-03-17T09:50:38.687" v="4561"/>
          <ac:cxnSpMkLst>
            <pc:docMk/>
            <pc:sldMk cId="2357582191" sldId="2147474981"/>
            <ac:cxnSpMk id="58" creationId="{D586069A-5C0C-C231-A6F5-E629EE98ADAB}"/>
          </ac:cxnSpMkLst>
        </pc:cxnChg>
        <pc:cxnChg chg="mod ord">
          <ac:chgData name="Kandhari, Prisha" userId="ecad920b-e9bd-4132-a847-ba07c6ac799f" providerId="ADAL" clId="{869B00E5-AB02-4E9E-A638-F6DFBE37B7B4}" dt="2026-03-17T09:50:38.687" v="4567"/>
          <ac:cxnSpMkLst>
            <pc:docMk/>
            <pc:sldMk cId="2357582191" sldId="2147474981"/>
            <ac:cxnSpMk id="67" creationId="{62CE2A79-DC51-595D-6860-2B38A6764FC4}"/>
          </ac:cxnSpMkLst>
        </pc:cxnChg>
      </pc:sldChg>
      <pc:sldChg chg="addSp delSp modSp add del mod">
        <pc:chgData name="Kandhari, Prisha" userId="ecad920b-e9bd-4132-a847-ba07c6ac799f" providerId="ADAL" clId="{869B00E5-AB02-4E9E-A638-F6DFBE37B7B4}" dt="2026-03-11T07:49:13.551" v="1369" actId="47"/>
        <pc:sldMkLst>
          <pc:docMk/>
          <pc:sldMk cId="925501454" sldId="2147474982"/>
        </pc:sldMkLst>
      </pc:sldChg>
    </pc:docChg>
  </pc:docChgLst>
  <pc:docChgLst>
    <pc:chgData name="Vijayvargiya, Animesh" userId="3c902fbe-b62c-4fd5-8feb-5aa3842595fa" providerId="ADAL" clId="{7D669E1F-C333-4C57-9A4A-0EEAAABCA607}"/>
    <pc:docChg chg="custSel modSld">
      <pc:chgData name="Vijayvargiya, Animesh" userId="3c902fbe-b62c-4fd5-8feb-5aa3842595fa" providerId="ADAL" clId="{7D669E1F-C333-4C57-9A4A-0EEAAABCA607}" dt="2026-03-16T05:40:08.913" v="68"/>
      <pc:docMkLst>
        <pc:docMk/>
      </pc:docMkLst>
      <pc:sldChg chg="addSp delSp modSp mod">
        <pc:chgData name="Vijayvargiya, Animesh" userId="3c902fbe-b62c-4fd5-8feb-5aa3842595fa" providerId="ADAL" clId="{7D669E1F-C333-4C57-9A4A-0EEAAABCA607}" dt="2026-03-16T05:40:08.854" v="60"/>
        <pc:sldMkLst>
          <pc:docMk/>
          <pc:sldMk cId="2462970314" sldId="2147474979"/>
        </pc:sldMkLst>
        <pc:spChg chg="mod">
          <ac:chgData name="Vijayvargiya, Animesh" userId="3c902fbe-b62c-4fd5-8feb-5aa3842595fa" providerId="ADAL" clId="{7D669E1F-C333-4C57-9A4A-0EEAAABCA607}" dt="2026-03-16T05:40:08.414" v="0" actId="948"/>
          <ac:spMkLst>
            <pc:docMk/>
            <pc:sldMk cId="2462970314" sldId="2147474979"/>
            <ac:spMk id="2" creationId="{0483F183-954F-EE6F-5262-D8886139CB5B}"/>
          </ac:spMkLst>
        </pc:spChg>
        <pc:spChg chg="add del mod modVis">
          <ac:chgData name="Vijayvargiya, Animesh" userId="3c902fbe-b62c-4fd5-8feb-5aa3842595fa" providerId="ADAL" clId="{7D669E1F-C333-4C57-9A4A-0EEAAABCA607}" dt="2026-03-16T05:40:08.854" v="58"/>
          <ac:spMkLst>
            <pc:docMk/>
            <pc:sldMk cId="2462970314" sldId="2147474979"/>
            <ac:spMk id="3" creationId="{45B57C5C-071C-256C-6E31-B92A1307E56F}"/>
          </ac:spMkLst>
        </pc:spChg>
        <pc:graphicFrameChg chg="mod">
          <ac:chgData name="Vijayvargiya, Animesh" userId="3c902fbe-b62c-4fd5-8feb-5aa3842595fa" providerId="ADAL" clId="{7D669E1F-C333-4C57-9A4A-0EEAAABCA607}" dt="2026-03-16T05:40:08.854" v="60"/>
          <ac:graphicFrameMkLst>
            <pc:docMk/>
            <pc:sldMk cId="2462970314" sldId="2147474979"/>
            <ac:graphicFrameMk id="38" creationId="{180A419A-EE05-9F33-5D36-21B701A4DD9C}"/>
          </ac:graphicFrameMkLst>
        </pc:graphicFrameChg>
      </pc:sldChg>
      <pc:sldChg chg="addSp delSp modSp mod">
        <pc:chgData name="Vijayvargiya, Animesh" userId="3c902fbe-b62c-4fd5-8feb-5aa3842595fa" providerId="ADAL" clId="{7D669E1F-C333-4C57-9A4A-0EEAAABCA607}" dt="2026-03-16T05:40:08.879" v="64"/>
        <pc:sldMkLst>
          <pc:docMk/>
          <pc:sldMk cId="1764612123" sldId="2147474980"/>
        </pc:sldMkLst>
        <pc:spChg chg="mod">
          <ac:chgData name="Vijayvargiya, Animesh" userId="3c902fbe-b62c-4fd5-8feb-5aa3842595fa" providerId="ADAL" clId="{7D669E1F-C333-4C57-9A4A-0EEAAABCA607}" dt="2026-03-16T05:40:08.663" v="19" actId="948"/>
          <ac:spMkLst>
            <pc:docMk/>
            <pc:sldMk cId="1764612123" sldId="2147474980"/>
            <ac:spMk id="2" creationId="{BDC7AF57-E43F-D95F-7446-571B01530FB2}"/>
          </ac:spMkLst>
        </pc:spChg>
        <pc:spChg chg="add del mod modVis">
          <ac:chgData name="Vijayvargiya, Animesh" userId="3c902fbe-b62c-4fd5-8feb-5aa3842595fa" providerId="ADAL" clId="{7D669E1F-C333-4C57-9A4A-0EEAAABCA607}" dt="2026-03-16T05:40:08.875" v="62"/>
          <ac:spMkLst>
            <pc:docMk/>
            <pc:sldMk cId="1764612123" sldId="2147474980"/>
            <ac:spMk id="3" creationId="{C5AA77CC-FAB8-2717-9A32-EFFBDFE886DD}"/>
          </ac:spMkLst>
        </pc:spChg>
        <pc:graphicFrameChg chg="mod">
          <ac:chgData name="Vijayvargiya, Animesh" userId="3c902fbe-b62c-4fd5-8feb-5aa3842595fa" providerId="ADAL" clId="{7D669E1F-C333-4C57-9A4A-0EEAAABCA607}" dt="2026-03-16T05:40:08.879" v="64"/>
          <ac:graphicFrameMkLst>
            <pc:docMk/>
            <pc:sldMk cId="1764612123" sldId="2147474980"/>
            <ac:graphicFrameMk id="38" creationId="{B3B4BB47-56D2-89D1-AF05-C45987EFFB08}"/>
          </ac:graphicFrameMkLst>
        </pc:graphicFrameChg>
      </pc:sldChg>
      <pc:sldChg chg="addSp delSp modSp mod">
        <pc:chgData name="Vijayvargiya, Animesh" userId="3c902fbe-b62c-4fd5-8feb-5aa3842595fa" providerId="ADAL" clId="{7D669E1F-C333-4C57-9A4A-0EEAAABCA607}" dt="2026-03-16T05:40:08.913" v="68"/>
        <pc:sldMkLst>
          <pc:docMk/>
          <pc:sldMk cId="2357582191" sldId="2147474981"/>
        </pc:sldMkLst>
        <pc:spChg chg="mod">
          <ac:chgData name="Vijayvargiya, Animesh" userId="3c902fbe-b62c-4fd5-8feb-5aa3842595fa" providerId="ADAL" clId="{7D669E1F-C333-4C57-9A4A-0EEAAABCA607}" dt="2026-03-16T05:40:08.780" v="38" actId="948"/>
          <ac:spMkLst>
            <pc:docMk/>
            <pc:sldMk cId="2357582191" sldId="2147474981"/>
            <ac:spMk id="2" creationId="{FD89B8C3-8C14-CFCE-F768-47A0C27FD458}"/>
          </ac:spMkLst>
        </pc:spChg>
        <pc:spChg chg="add del mod modVis">
          <ac:chgData name="Vijayvargiya, Animesh" userId="3c902fbe-b62c-4fd5-8feb-5aa3842595fa" providerId="ADAL" clId="{7D669E1F-C333-4C57-9A4A-0EEAAABCA607}" dt="2026-03-16T05:40:08.902" v="66"/>
          <ac:spMkLst>
            <pc:docMk/>
            <pc:sldMk cId="2357582191" sldId="2147474981"/>
            <ac:spMk id="3" creationId="{480655A8-F6D1-B456-16C8-E31D4A2EF1DB}"/>
          </ac:spMkLst>
        </pc:spChg>
        <pc:graphicFrameChg chg="mod">
          <ac:chgData name="Vijayvargiya, Animesh" userId="3c902fbe-b62c-4fd5-8feb-5aa3842595fa" providerId="ADAL" clId="{7D669E1F-C333-4C57-9A4A-0EEAAABCA607}" dt="2026-03-16T05:40:08.913" v="68"/>
          <ac:graphicFrameMkLst>
            <pc:docMk/>
            <pc:sldMk cId="2357582191" sldId="2147474981"/>
            <ac:graphicFrameMk id="38" creationId="{CB67A07D-91E0-C6CC-50E5-C80382070637}"/>
          </ac:graphicFrameMkLst>
        </pc:graphicFrameChg>
      </pc:sldChg>
    </pc:docChg>
  </pc:docChgLst>
  <pc:docChgLst>
    <pc:chgData name="Dhingra, Dinesh" userId="3f4b9095-29d7-44e5-a12b-216b3dceab11" providerId="ADAL" clId="{012AB72B-1682-4154-96B1-6B0B62BFAAF6}"/>
    <pc:docChg chg="undo custSel addSld delSld modSld">
      <pc:chgData name="Dhingra, Dinesh" userId="3f4b9095-29d7-44e5-a12b-216b3dceab11" providerId="ADAL" clId="{012AB72B-1682-4154-96B1-6B0B62BFAAF6}" dt="2026-03-17T10:12:13.628" v="2002" actId="47"/>
      <pc:docMkLst>
        <pc:docMk/>
      </pc:docMkLst>
      <pc:sldChg chg="addSp delSp modSp mod">
        <pc:chgData name="Dhingra, Dinesh" userId="3f4b9095-29d7-44e5-a12b-216b3dceab11" providerId="ADAL" clId="{012AB72B-1682-4154-96B1-6B0B62BFAAF6}" dt="2026-03-17T10:08:37.787" v="1368"/>
        <pc:sldMkLst>
          <pc:docMk/>
          <pc:sldMk cId="2462970314" sldId="2147474979"/>
        </pc:sldMkLst>
        <pc:spChg chg="mod ord">
          <ac:chgData name="Dhingra, Dinesh" userId="3f4b9095-29d7-44e5-a12b-216b3dceab11" providerId="ADAL" clId="{012AB72B-1682-4154-96B1-6B0B62BFAAF6}" dt="2026-03-17T10:08:37.773" v="1284"/>
          <ac:spMkLst>
            <pc:docMk/>
            <pc:sldMk cId="2462970314" sldId="2147474979"/>
            <ac:spMk id="2" creationId="{0483F183-954F-EE6F-5262-D8886139CB5B}"/>
          </ac:spMkLst>
        </pc:spChg>
        <pc:spChg chg="add del mod modVis">
          <ac:chgData name="Dhingra, Dinesh" userId="3f4b9095-29d7-44e5-a12b-216b3dceab11" providerId="ADAL" clId="{012AB72B-1682-4154-96B1-6B0B62BFAAF6}" dt="2026-03-17T08:09:05.006" v="121"/>
          <ac:spMkLst>
            <pc:docMk/>
            <pc:sldMk cId="2462970314" sldId="2147474979"/>
            <ac:spMk id="3" creationId="{415B5FB1-449B-1DEB-08B3-2A27B9A84301}"/>
          </ac:spMkLst>
        </pc:spChg>
        <pc:spChg chg="mod ord">
          <ac:chgData name="Dhingra, Dinesh" userId="3f4b9095-29d7-44e5-a12b-216b3dceab11" providerId="ADAL" clId="{012AB72B-1682-4154-96B1-6B0B62BFAAF6}" dt="2026-03-17T10:08:37.773" v="1296"/>
          <ac:spMkLst>
            <pc:docMk/>
            <pc:sldMk cId="2462970314" sldId="2147474979"/>
            <ac:spMk id="7" creationId="{CE010583-8A84-3297-AF9D-5CF5C7A84396}"/>
          </ac:spMkLst>
        </pc:spChg>
        <pc:spChg chg="mod ord">
          <ac:chgData name="Dhingra, Dinesh" userId="3f4b9095-29d7-44e5-a12b-216b3dceab11" providerId="ADAL" clId="{012AB72B-1682-4154-96B1-6B0B62BFAAF6}" dt="2026-03-17T10:08:37.773" v="1298"/>
          <ac:spMkLst>
            <pc:docMk/>
            <pc:sldMk cId="2462970314" sldId="2147474979"/>
            <ac:spMk id="8" creationId="{3862A167-49CD-4053-A0B3-12080B0B95DE}"/>
          </ac:spMkLst>
        </pc:spChg>
        <pc:spChg chg="mod ord">
          <ac:chgData name="Dhingra, Dinesh" userId="3f4b9095-29d7-44e5-a12b-216b3dceab11" providerId="ADAL" clId="{012AB72B-1682-4154-96B1-6B0B62BFAAF6}" dt="2026-03-17T10:08:37.773" v="1302"/>
          <ac:spMkLst>
            <pc:docMk/>
            <pc:sldMk cId="2462970314" sldId="2147474979"/>
            <ac:spMk id="12" creationId="{96B9B634-2750-E0C7-297A-8A288BE6F06A}"/>
          </ac:spMkLst>
        </pc:spChg>
        <pc:spChg chg="mod ord">
          <ac:chgData name="Dhingra, Dinesh" userId="3f4b9095-29d7-44e5-a12b-216b3dceab11" providerId="ADAL" clId="{012AB72B-1682-4154-96B1-6B0B62BFAAF6}" dt="2026-03-17T10:08:37.773" v="1304"/>
          <ac:spMkLst>
            <pc:docMk/>
            <pc:sldMk cId="2462970314" sldId="2147474979"/>
            <ac:spMk id="15" creationId="{6232E20D-79AB-9621-4807-5CA272040F46}"/>
          </ac:spMkLst>
        </pc:spChg>
        <pc:spChg chg="add del mod modVis">
          <ac:chgData name="Dhingra, Dinesh" userId="3f4b9095-29d7-44e5-a12b-216b3dceab11" providerId="ADAL" clId="{012AB72B-1682-4154-96B1-6B0B62BFAAF6}" dt="2026-03-17T10:06:27.153" v="760"/>
          <ac:spMkLst>
            <pc:docMk/>
            <pc:sldMk cId="2462970314" sldId="2147474979"/>
            <ac:spMk id="19" creationId="{73622D43-23C6-0AB7-C27B-8B64D3284589}"/>
          </ac:spMkLst>
        </pc:spChg>
        <pc:spChg chg="mod ord">
          <ac:chgData name="Dhingra, Dinesh" userId="3f4b9095-29d7-44e5-a12b-216b3dceab11" providerId="ADAL" clId="{012AB72B-1682-4154-96B1-6B0B62BFAAF6}" dt="2026-03-17T10:08:37.773" v="1290"/>
          <ac:spMkLst>
            <pc:docMk/>
            <pc:sldMk cId="2462970314" sldId="2147474979"/>
            <ac:spMk id="32" creationId="{6A9364D8-4910-C091-F883-B5CEF8F979F5}"/>
          </ac:spMkLst>
        </pc:spChg>
        <pc:spChg chg="mod ord">
          <ac:chgData name="Dhingra, Dinesh" userId="3f4b9095-29d7-44e5-a12b-216b3dceab11" providerId="ADAL" clId="{012AB72B-1682-4154-96B1-6B0B62BFAAF6}" dt="2026-03-17T10:08:37.773" v="1292"/>
          <ac:spMkLst>
            <pc:docMk/>
            <pc:sldMk cId="2462970314" sldId="2147474979"/>
            <ac:spMk id="34" creationId="{36C40407-29E4-8BA5-49C2-8DE3EBED4897}"/>
          </ac:spMkLst>
        </pc:spChg>
        <pc:spChg chg="mod ord">
          <ac:chgData name="Dhingra, Dinesh" userId="3f4b9095-29d7-44e5-a12b-216b3dceab11" providerId="ADAL" clId="{012AB72B-1682-4154-96B1-6B0B62BFAAF6}" dt="2026-03-17T10:08:37.773" v="1308"/>
          <ac:spMkLst>
            <pc:docMk/>
            <pc:sldMk cId="2462970314" sldId="2147474979"/>
            <ac:spMk id="46" creationId="{DE82AA80-4111-3002-F4B0-51D90D4A5E41}"/>
          </ac:spMkLst>
        </pc:spChg>
        <pc:spChg chg="mod ord">
          <ac:chgData name="Dhingra, Dinesh" userId="3f4b9095-29d7-44e5-a12b-216b3dceab11" providerId="ADAL" clId="{012AB72B-1682-4154-96B1-6B0B62BFAAF6}" dt="2026-03-17T10:08:37.773" v="1310"/>
          <ac:spMkLst>
            <pc:docMk/>
            <pc:sldMk cId="2462970314" sldId="2147474979"/>
            <ac:spMk id="47" creationId="{2EFD5532-3A16-C69D-925A-877BC3AEEE71}"/>
          </ac:spMkLst>
        </pc:spChg>
        <pc:spChg chg="mod ord">
          <ac:chgData name="Dhingra, Dinesh" userId="3f4b9095-29d7-44e5-a12b-216b3dceab11" providerId="ADAL" clId="{012AB72B-1682-4154-96B1-6B0B62BFAAF6}" dt="2026-03-17T10:08:37.773" v="1314"/>
          <ac:spMkLst>
            <pc:docMk/>
            <pc:sldMk cId="2462970314" sldId="2147474979"/>
            <ac:spMk id="50" creationId="{A31B8B12-41D6-F8C2-7C21-79A1DB753885}"/>
          </ac:spMkLst>
        </pc:spChg>
        <pc:spChg chg="mod ord">
          <ac:chgData name="Dhingra, Dinesh" userId="3f4b9095-29d7-44e5-a12b-216b3dceab11" providerId="ADAL" clId="{012AB72B-1682-4154-96B1-6B0B62BFAAF6}" dt="2026-03-17T10:08:37.773" v="1316"/>
          <ac:spMkLst>
            <pc:docMk/>
            <pc:sldMk cId="2462970314" sldId="2147474979"/>
            <ac:spMk id="51" creationId="{266D0AEF-BAAC-F71A-AF8A-E26B9F0CA6A8}"/>
          </ac:spMkLst>
        </pc:spChg>
        <pc:spChg chg="mod ord">
          <ac:chgData name="Dhingra, Dinesh" userId="3f4b9095-29d7-44e5-a12b-216b3dceab11" providerId="ADAL" clId="{012AB72B-1682-4154-96B1-6B0B62BFAAF6}" dt="2026-03-17T10:08:37.787" v="1320"/>
          <ac:spMkLst>
            <pc:docMk/>
            <pc:sldMk cId="2462970314" sldId="2147474979"/>
            <ac:spMk id="54" creationId="{74842521-9B13-46F0-4AD9-72B6E43557C4}"/>
          </ac:spMkLst>
        </pc:spChg>
        <pc:spChg chg="mod ord">
          <ac:chgData name="Dhingra, Dinesh" userId="3f4b9095-29d7-44e5-a12b-216b3dceab11" providerId="ADAL" clId="{012AB72B-1682-4154-96B1-6B0B62BFAAF6}" dt="2026-03-17T10:08:37.787" v="1322"/>
          <ac:spMkLst>
            <pc:docMk/>
            <pc:sldMk cId="2462970314" sldId="2147474979"/>
            <ac:spMk id="55" creationId="{F2B9AC6D-2636-BCC1-243E-74F3DAAE3394}"/>
          </ac:spMkLst>
        </pc:spChg>
        <pc:spChg chg="mod ord">
          <ac:chgData name="Dhingra, Dinesh" userId="3f4b9095-29d7-44e5-a12b-216b3dceab11" providerId="ADAL" clId="{012AB72B-1682-4154-96B1-6B0B62BFAAF6}" dt="2026-03-17T10:08:37.787" v="1326"/>
          <ac:spMkLst>
            <pc:docMk/>
            <pc:sldMk cId="2462970314" sldId="2147474979"/>
            <ac:spMk id="58" creationId="{17DF5C85-4485-5ED4-CD91-0A4DE1760158}"/>
          </ac:spMkLst>
        </pc:spChg>
        <pc:spChg chg="mod ord">
          <ac:chgData name="Dhingra, Dinesh" userId="3f4b9095-29d7-44e5-a12b-216b3dceab11" providerId="ADAL" clId="{012AB72B-1682-4154-96B1-6B0B62BFAAF6}" dt="2026-03-17T10:08:37.787" v="1328"/>
          <ac:spMkLst>
            <pc:docMk/>
            <pc:sldMk cId="2462970314" sldId="2147474979"/>
            <ac:spMk id="59" creationId="{E4F9D157-39D2-635C-FA0E-FE53D65C9922}"/>
          </ac:spMkLst>
        </pc:spChg>
        <pc:spChg chg="mod ord">
          <ac:chgData name="Dhingra, Dinesh" userId="3f4b9095-29d7-44e5-a12b-216b3dceab11" providerId="ADAL" clId="{012AB72B-1682-4154-96B1-6B0B62BFAAF6}" dt="2026-03-17T10:08:37.773" v="1286"/>
          <ac:spMkLst>
            <pc:docMk/>
            <pc:sldMk cId="2462970314" sldId="2147474979"/>
            <ac:spMk id="63" creationId="{10160ECD-DE07-52E8-0401-8454B47F2DBC}"/>
          </ac:spMkLst>
        </pc:spChg>
        <pc:spChg chg="mod ord">
          <ac:chgData name="Dhingra, Dinesh" userId="3f4b9095-29d7-44e5-a12b-216b3dceab11" providerId="ADAL" clId="{012AB72B-1682-4154-96B1-6B0B62BFAAF6}" dt="2026-03-17T10:08:37.787" v="1332"/>
          <ac:spMkLst>
            <pc:docMk/>
            <pc:sldMk cId="2462970314" sldId="2147474979"/>
            <ac:spMk id="67" creationId="{48F29A9E-7F51-1C7B-1271-E5FF6775AE93}"/>
          </ac:spMkLst>
        </pc:spChg>
        <pc:spChg chg="mod ord">
          <ac:chgData name="Dhingra, Dinesh" userId="3f4b9095-29d7-44e5-a12b-216b3dceab11" providerId="ADAL" clId="{012AB72B-1682-4154-96B1-6B0B62BFAAF6}" dt="2026-03-17T10:08:37.787" v="1334"/>
          <ac:spMkLst>
            <pc:docMk/>
            <pc:sldMk cId="2462970314" sldId="2147474979"/>
            <ac:spMk id="68" creationId="{BC814E10-3807-EC3F-030D-5105F6E53990}"/>
          </ac:spMkLst>
        </pc:spChg>
        <pc:spChg chg="mod ord">
          <ac:chgData name="Dhingra, Dinesh" userId="3f4b9095-29d7-44e5-a12b-216b3dceab11" providerId="ADAL" clId="{012AB72B-1682-4154-96B1-6B0B62BFAAF6}" dt="2026-03-17T10:08:37.787" v="1338"/>
          <ac:spMkLst>
            <pc:docMk/>
            <pc:sldMk cId="2462970314" sldId="2147474979"/>
            <ac:spMk id="72" creationId="{8D36D604-D236-5DEE-A537-BD12DDDA79E3}"/>
          </ac:spMkLst>
        </pc:spChg>
        <pc:spChg chg="mod ord">
          <ac:chgData name="Dhingra, Dinesh" userId="3f4b9095-29d7-44e5-a12b-216b3dceab11" providerId="ADAL" clId="{012AB72B-1682-4154-96B1-6B0B62BFAAF6}" dt="2026-03-17T10:08:37.787" v="1340"/>
          <ac:spMkLst>
            <pc:docMk/>
            <pc:sldMk cId="2462970314" sldId="2147474979"/>
            <ac:spMk id="73" creationId="{97011A32-B46A-7A73-2568-C8E3FA6DA313}"/>
          </ac:spMkLst>
        </pc:spChg>
        <pc:spChg chg="mod ord">
          <ac:chgData name="Dhingra, Dinesh" userId="3f4b9095-29d7-44e5-a12b-216b3dceab11" providerId="ADAL" clId="{012AB72B-1682-4154-96B1-6B0B62BFAAF6}" dt="2026-03-17T10:08:37.773" v="1280"/>
          <ac:spMkLst>
            <pc:docMk/>
            <pc:sldMk cId="2462970314" sldId="2147474979"/>
            <ac:spMk id="92" creationId="{D96230FA-E4CB-B32B-9218-AAC8130CA4BC}"/>
          </ac:spMkLst>
        </pc:spChg>
        <pc:spChg chg="mod ord">
          <ac:chgData name="Dhingra, Dinesh" userId="3f4b9095-29d7-44e5-a12b-216b3dceab11" providerId="ADAL" clId="{012AB72B-1682-4154-96B1-6B0B62BFAAF6}" dt="2026-03-17T10:08:37.787" v="1344"/>
          <ac:spMkLst>
            <pc:docMk/>
            <pc:sldMk cId="2462970314" sldId="2147474979"/>
            <ac:spMk id="95" creationId="{C4706700-2B2F-52AA-3E2B-B172132D0329}"/>
          </ac:spMkLst>
        </pc:spChg>
        <pc:spChg chg="mod ord">
          <ac:chgData name="Dhingra, Dinesh" userId="3f4b9095-29d7-44e5-a12b-216b3dceab11" providerId="ADAL" clId="{012AB72B-1682-4154-96B1-6B0B62BFAAF6}" dt="2026-03-17T10:08:37.787" v="1346"/>
          <ac:spMkLst>
            <pc:docMk/>
            <pc:sldMk cId="2462970314" sldId="2147474979"/>
            <ac:spMk id="96" creationId="{16EA82E3-1543-CF1D-D032-2FB21C6EFBE5}"/>
          </ac:spMkLst>
        </pc:spChg>
        <pc:spChg chg="mod ord">
          <ac:chgData name="Dhingra, Dinesh" userId="3f4b9095-29d7-44e5-a12b-216b3dceab11" providerId="ADAL" clId="{012AB72B-1682-4154-96B1-6B0B62BFAAF6}" dt="2026-03-17T10:08:37.787" v="1350"/>
          <ac:spMkLst>
            <pc:docMk/>
            <pc:sldMk cId="2462970314" sldId="2147474979"/>
            <ac:spMk id="99" creationId="{32F42309-28A8-B668-BA87-EF0DEE838EA0}"/>
          </ac:spMkLst>
        </pc:spChg>
        <pc:spChg chg="mod ord">
          <ac:chgData name="Dhingra, Dinesh" userId="3f4b9095-29d7-44e5-a12b-216b3dceab11" providerId="ADAL" clId="{012AB72B-1682-4154-96B1-6B0B62BFAAF6}" dt="2026-03-17T10:08:37.773" v="1282"/>
          <ac:spMkLst>
            <pc:docMk/>
            <pc:sldMk cId="2462970314" sldId="2147474979"/>
            <ac:spMk id="100" creationId="{776B71E6-1FEE-F343-8861-F48736D44F1C}"/>
          </ac:spMkLst>
        </pc:spChg>
        <pc:spChg chg="mod ord">
          <ac:chgData name="Dhingra, Dinesh" userId="3f4b9095-29d7-44e5-a12b-216b3dceab11" providerId="ADAL" clId="{012AB72B-1682-4154-96B1-6B0B62BFAAF6}" dt="2026-03-17T10:08:37.787" v="1352"/>
          <ac:spMkLst>
            <pc:docMk/>
            <pc:sldMk cId="2462970314" sldId="2147474979"/>
            <ac:spMk id="101" creationId="{0117476A-5D2A-94F7-1139-85701E9258CF}"/>
          </ac:spMkLst>
        </pc:spChg>
        <pc:spChg chg="mod ord">
          <ac:chgData name="Dhingra, Dinesh" userId="3f4b9095-29d7-44e5-a12b-216b3dceab11" providerId="ADAL" clId="{012AB72B-1682-4154-96B1-6B0B62BFAAF6}" dt="2026-03-17T10:08:37.787" v="1356"/>
          <ac:spMkLst>
            <pc:docMk/>
            <pc:sldMk cId="2462970314" sldId="2147474979"/>
            <ac:spMk id="104" creationId="{9CD01186-C42F-6B35-DCD5-A310252AA404}"/>
          </ac:spMkLst>
        </pc:spChg>
        <pc:spChg chg="mod ord">
          <ac:chgData name="Dhingra, Dinesh" userId="3f4b9095-29d7-44e5-a12b-216b3dceab11" providerId="ADAL" clId="{012AB72B-1682-4154-96B1-6B0B62BFAAF6}" dt="2026-03-17T10:08:37.787" v="1358"/>
          <ac:spMkLst>
            <pc:docMk/>
            <pc:sldMk cId="2462970314" sldId="2147474979"/>
            <ac:spMk id="105" creationId="{D2537F51-760D-9457-1611-526EE18432CF}"/>
          </ac:spMkLst>
        </pc:spChg>
        <pc:spChg chg="mod ord">
          <ac:chgData name="Dhingra, Dinesh" userId="3f4b9095-29d7-44e5-a12b-216b3dceab11" providerId="ADAL" clId="{012AB72B-1682-4154-96B1-6B0B62BFAAF6}" dt="2026-03-17T10:08:37.787" v="1362"/>
          <ac:spMkLst>
            <pc:docMk/>
            <pc:sldMk cId="2462970314" sldId="2147474979"/>
            <ac:spMk id="108" creationId="{BD37D1F3-3C28-DAD8-5A76-9F3AA705E27C}"/>
          </ac:spMkLst>
        </pc:spChg>
        <pc:spChg chg="mod ord">
          <ac:chgData name="Dhingra, Dinesh" userId="3f4b9095-29d7-44e5-a12b-216b3dceab11" providerId="ADAL" clId="{012AB72B-1682-4154-96B1-6B0B62BFAAF6}" dt="2026-03-17T10:08:37.787" v="1364"/>
          <ac:spMkLst>
            <pc:docMk/>
            <pc:sldMk cId="2462970314" sldId="2147474979"/>
            <ac:spMk id="109" creationId="{848D33C1-6946-A93A-CBCD-258AE7AB89DB}"/>
          </ac:spMkLst>
        </pc:spChg>
        <pc:grpChg chg="mod ord">
          <ac:chgData name="Dhingra, Dinesh" userId="3f4b9095-29d7-44e5-a12b-216b3dceab11" providerId="ADAL" clId="{012AB72B-1682-4154-96B1-6B0B62BFAAF6}" dt="2026-03-17T10:08:37.773" v="1288"/>
          <ac:grpSpMkLst>
            <pc:docMk/>
            <pc:sldMk cId="2462970314" sldId="2147474979"/>
            <ac:grpSpMk id="21" creationId="{4934EAAC-39EB-A34F-2BD0-ABCD86EB9B1A}"/>
          </ac:grpSpMkLst>
        </pc:grpChg>
        <pc:grpChg chg="mod">
          <ac:chgData name="Dhingra, Dinesh" userId="3f4b9095-29d7-44e5-a12b-216b3dceab11" providerId="ADAL" clId="{012AB72B-1682-4154-96B1-6B0B62BFAAF6}" dt="2026-03-17T10:08:37.773" v="1274"/>
          <ac:grpSpMkLst>
            <pc:docMk/>
            <pc:sldMk cId="2462970314" sldId="2147474979"/>
            <ac:grpSpMk id="42" creationId="{5ECCA0C0-2194-4266-0646-665492A7ED2F}"/>
          </ac:grpSpMkLst>
        </pc:grpChg>
        <pc:grpChg chg="mod">
          <ac:chgData name="Dhingra, Dinesh" userId="3f4b9095-29d7-44e5-a12b-216b3dceab11" providerId="ADAL" clId="{012AB72B-1682-4154-96B1-6B0B62BFAAF6}" dt="2026-03-17T10:08:37.773" v="1273"/>
          <ac:grpSpMkLst>
            <pc:docMk/>
            <pc:sldMk cId="2462970314" sldId="2147474979"/>
            <ac:grpSpMk id="43" creationId="{AAE65B69-D00B-9A07-B74B-51B5B58D1910}"/>
          </ac:grpSpMkLst>
        </pc:grpChg>
        <pc:graphicFrameChg chg="add del mod ord">
          <ac:chgData name="Dhingra, Dinesh" userId="3f4b9095-29d7-44e5-a12b-216b3dceab11" providerId="ADAL" clId="{012AB72B-1682-4154-96B1-6B0B62BFAAF6}" dt="2026-03-17T08:09:05.544" v="125"/>
          <ac:graphicFrameMkLst>
            <pc:docMk/>
            <pc:sldMk cId="2462970314" sldId="2147474979"/>
            <ac:graphicFrameMk id="4" creationId="{F970BB8D-5F95-F171-93AA-4CE57C771DA8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06.644" v="228"/>
          <ac:graphicFrameMkLst>
            <pc:docMk/>
            <pc:sldMk cId="2462970314" sldId="2147474979"/>
            <ac:graphicFrameMk id="5" creationId="{80074AA3-1694-E8D4-AA3B-EDF736AA5C6D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07.260" v="331"/>
          <ac:graphicFrameMkLst>
            <pc:docMk/>
            <pc:sldMk cId="2462970314" sldId="2147474979"/>
            <ac:graphicFrameMk id="9" creationId="{B67E103A-AE55-7290-AB10-9D963E2D039A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07.944" v="434"/>
          <ac:graphicFrameMkLst>
            <pc:docMk/>
            <pc:sldMk cId="2462970314" sldId="2147474979"/>
            <ac:graphicFrameMk id="11" creationId="{BDBB368B-F72F-755A-A993-5FE8167D2D02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10.494" v="537"/>
          <ac:graphicFrameMkLst>
            <pc:docMk/>
            <pc:sldMk cId="2462970314" sldId="2147474979"/>
            <ac:graphicFrameMk id="17" creationId="{62DE6214-012F-1F78-2889-FD4F758C568F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08:09:10.577" v="636"/>
          <ac:graphicFrameMkLst>
            <pc:docMk/>
            <pc:sldMk cId="2462970314" sldId="2147474979"/>
            <ac:graphicFrameMk id="18" creationId="{2F9BD84A-3E49-EB16-FFE5-395E48F2D52C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7:06.715" v="764"/>
          <ac:graphicFrameMkLst>
            <pc:docMk/>
            <pc:sldMk cId="2462970314" sldId="2147474979"/>
            <ac:graphicFrameMk id="20" creationId="{03CB4194-D8FE-76C2-5D8A-7B88E11B7664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7:11.682" v="867"/>
          <ac:graphicFrameMkLst>
            <pc:docMk/>
            <pc:sldMk cId="2462970314" sldId="2147474979"/>
            <ac:graphicFrameMk id="31" creationId="{1242E249-2E95-7619-4FC1-9DDCC3405609}"/>
          </ac:graphicFrameMkLst>
        </pc:graphicFrameChg>
        <pc:graphicFrameChg chg="mod ord">
          <ac:chgData name="Dhingra, Dinesh" userId="3f4b9095-29d7-44e5-a12b-216b3dceab11" providerId="ADAL" clId="{012AB72B-1682-4154-96B1-6B0B62BFAAF6}" dt="2026-03-17T10:08:37.773" v="1276"/>
          <ac:graphicFrameMkLst>
            <pc:docMk/>
            <pc:sldMk cId="2462970314" sldId="2147474979"/>
            <ac:graphicFrameMk id="36" creationId="{25FEBC8E-670E-7623-FE00-F0CA09A13D27}"/>
          </ac:graphicFrameMkLst>
        </pc:graphicFrameChg>
        <pc:graphicFrameChg chg="mod">
          <ac:chgData name="Dhingra, Dinesh" userId="3f4b9095-29d7-44e5-a12b-216b3dceab11" providerId="ADAL" clId="{012AB72B-1682-4154-96B1-6B0B62BFAAF6}" dt="2026-03-17T10:08:37.787" v="1368"/>
          <ac:graphicFrameMkLst>
            <pc:docMk/>
            <pc:sldMk cId="2462970314" sldId="2147474979"/>
            <ac:graphicFrameMk id="38" creationId="{180A419A-EE05-9F33-5D36-21B701A4DD9C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8:24.956" v="1164"/>
          <ac:graphicFrameMkLst>
            <pc:docMk/>
            <pc:sldMk cId="2462970314" sldId="2147474979"/>
            <ac:graphicFrameMk id="44" creationId="{65A74B70-F45D-78C6-6D4E-F10EF2AB6385}"/>
          </ac:graphicFrameMkLst>
        </pc:graphicFrameChg>
        <pc:graphicFrameChg chg="del">
          <ac:chgData name="Dhingra, Dinesh" userId="3f4b9095-29d7-44e5-a12b-216b3dceab11" providerId="ADAL" clId="{012AB72B-1682-4154-96B1-6B0B62BFAAF6}" dt="2026-03-17T10:06:27.074" v="659"/>
          <ac:graphicFrameMkLst>
            <pc:docMk/>
            <pc:sldMk cId="2462970314" sldId="2147474979"/>
            <ac:graphicFrameMk id="48" creationId="{94F93759-DA28-AA0A-CC25-C999A58ECEC8}"/>
          </ac:graphicFrameMkLst>
        </pc:graphicFrameChg>
        <pc:graphicFrameChg chg="del">
          <ac:chgData name="Dhingra, Dinesh" userId="3f4b9095-29d7-44e5-a12b-216b3dceab11" providerId="ADAL" clId="{012AB72B-1682-4154-96B1-6B0B62BFAAF6}" dt="2026-03-17T08:09:04.923" v="20"/>
          <ac:graphicFrameMkLst>
            <pc:docMk/>
            <pc:sldMk cId="2462970314" sldId="2147474979"/>
            <ac:graphicFrameMk id="52" creationId="{0DD43744-50CF-A158-0EE6-8D7AA71484C4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8:37.692" v="1267"/>
          <ac:graphicFrameMkLst>
            <pc:docMk/>
            <pc:sldMk cId="2462970314" sldId="2147474979"/>
            <ac:graphicFrameMk id="56" creationId="{880DBEC3-76D0-8CF7-FC33-017C5FF7C272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08:37.787" v="1366"/>
          <ac:graphicFrameMkLst>
            <pc:docMk/>
            <pc:sldMk cId="2462970314" sldId="2147474979"/>
            <ac:graphicFrameMk id="60" creationId="{205EB332-4058-9F66-69AA-A1F06C1BC8DA}"/>
          </ac:graphicFrameMkLst>
        </pc:graphicFrameChg>
        <pc:cxnChg chg="mod ord">
          <ac:chgData name="Dhingra, Dinesh" userId="3f4b9095-29d7-44e5-a12b-216b3dceab11" providerId="ADAL" clId="{012AB72B-1682-4154-96B1-6B0B62BFAAF6}" dt="2026-03-17T10:08:37.773" v="1294"/>
          <ac:cxnSpMkLst>
            <pc:docMk/>
            <pc:sldMk cId="2462970314" sldId="2147474979"/>
            <ac:cxnSpMk id="6" creationId="{9CC90B96-7499-D8D9-A387-3609AEF94BFE}"/>
          </ac:cxnSpMkLst>
        </pc:cxnChg>
        <pc:cxnChg chg="mod ord">
          <ac:chgData name="Dhingra, Dinesh" userId="3f4b9095-29d7-44e5-a12b-216b3dceab11" providerId="ADAL" clId="{012AB72B-1682-4154-96B1-6B0B62BFAAF6}" dt="2026-03-17T10:08:37.773" v="1300"/>
          <ac:cxnSpMkLst>
            <pc:docMk/>
            <pc:sldMk cId="2462970314" sldId="2147474979"/>
            <ac:cxnSpMk id="10" creationId="{94BC2702-3C35-7785-CD92-7888A02C2DE7}"/>
          </ac:cxnSpMkLst>
        </pc:cxnChg>
        <pc:cxnChg chg="mod ord">
          <ac:chgData name="Dhingra, Dinesh" userId="3f4b9095-29d7-44e5-a12b-216b3dceab11" providerId="ADAL" clId="{012AB72B-1682-4154-96B1-6B0B62BFAAF6}" dt="2026-03-17T10:08:37.773" v="1278"/>
          <ac:cxnSpMkLst>
            <pc:docMk/>
            <pc:sldMk cId="2462970314" sldId="2147474979"/>
            <ac:cxnSpMk id="16" creationId="{6916FB32-BCEA-5862-2358-A2DF1F98220E}"/>
          </ac:cxnSpMkLst>
        </pc:cxnChg>
        <pc:cxnChg chg="mod ord">
          <ac:chgData name="Dhingra, Dinesh" userId="3f4b9095-29d7-44e5-a12b-216b3dceab11" providerId="ADAL" clId="{012AB72B-1682-4154-96B1-6B0B62BFAAF6}" dt="2026-03-17T10:08:37.773" v="1306"/>
          <ac:cxnSpMkLst>
            <pc:docMk/>
            <pc:sldMk cId="2462970314" sldId="2147474979"/>
            <ac:cxnSpMk id="45" creationId="{451BE407-B50E-982C-12BE-AD0FAEB4B975}"/>
          </ac:cxnSpMkLst>
        </pc:cxnChg>
        <pc:cxnChg chg="mod ord">
          <ac:chgData name="Dhingra, Dinesh" userId="3f4b9095-29d7-44e5-a12b-216b3dceab11" providerId="ADAL" clId="{012AB72B-1682-4154-96B1-6B0B62BFAAF6}" dt="2026-03-17T10:08:37.773" v="1312"/>
          <ac:cxnSpMkLst>
            <pc:docMk/>
            <pc:sldMk cId="2462970314" sldId="2147474979"/>
            <ac:cxnSpMk id="49" creationId="{89B496D1-2726-9780-057A-A7E38BF9A70F}"/>
          </ac:cxnSpMkLst>
        </pc:cxnChg>
        <pc:cxnChg chg="mod ord">
          <ac:chgData name="Dhingra, Dinesh" userId="3f4b9095-29d7-44e5-a12b-216b3dceab11" providerId="ADAL" clId="{012AB72B-1682-4154-96B1-6B0B62BFAAF6}" dt="2026-03-17T10:08:37.786" v="1318"/>
          <ac:cxnSpMkLst>
            <pc:docMk/>
            <pc:sldMk cId="2462970314" sldId="2147474979"/>
            <ac:cxnSpMk id="53" creationId="{834597EC-AF61-2034-FAB2-82912C033D24}"/>
          </ac:cxnSpMkLst>
        </pc:cxnChg>
        <pc:cxnChg chg="mod ord">
          <ac:chgData name="Dhingra, Dinesh" userId="3f4b9095-29d7-44e5-a12b-216b3dceab11" providerId="ADAL" clId="{012AB72B-1682-4154-96B1-6B0B62BFAAF6}" dt="2026-03-17T10:08:37.787" v="1324"/>
          <ac:cxnSpMkLst>
            <pc:docMk/>
            <pc:sldMk cId="2462970314" sldId="2147474979"/>
            <ac:cxnSpMk id="57" creationId="{F32BE848-083F-E48C-6FA2-0F8E2B88514F}"/>
          </ac:cxnSpMkLst>
        </pc:cxnChg>
        <pc:cxnChg chg="mod ord">
          <ac:chgData name="Dhingra, Dinesh" userId="3f4b9095-29d7-44e5-a12b-216b3dceab11" providerId="ADAL" clId="{012AB72B-1682-4154-96B1-6B0B62BFAAF6}" dt="2026-03-17T10:08:37.787" v="1330"/>
          <ac:cxnSpMkLst>
            <pc:docMk/>
            <pc:sldMk cId="2462970314" sldId="2147474979"/>
            <ac:cxnSpMk id="65" creationId="{762C8569-ED24-9FCD-64B4-446337A7B714}"/>
          </ac:cxnSpMkLst>
        </pc:cxnChg>
        <pc:cxnChg chg="mod ord">
          <ac:chgData name="Dhingra, Dinesh" userId="3f4b9095-29d7-44e5-a12b-216b3dceab11" providerId="ADAL" clId="{012AB72B-1682-4154-96B1-6B0B62BFAAF6}" dt="2026-03-17T10:08:37.787" v="1336"/>
          <ac:cxnSpMkLst>
            <pc:docMk/>
            <pc:sldMk cId="2462970314" sldId="2147474979"/>
            <ac:cxnSpMk id="71" creationId="{62E4763F-2E07-3557-F58E-D30C2E526E87}"/>
          </ac:cxnSpMkLst>
        </pc:cxnChg>
        <pc:cxnChg chg="mod ord">
          <ac:chgData name="Dhingra, Dinesh" userId="3f4b9095-29d7-44e5-a12b-216b3dceab11" providerId="ADAL" clId="{012AB72B-1682-4154-96B1-6B0B62BFAAF6}" dt="2026-03-17T10:08:37.787" v="1342"/>
          <ac:cxnSpMkLst>
            <pc:docMk/>
            <pc:sldMk cId="2462970314" sldId="2147474979"/>
            <ac:cxnSpMk id="94" creationId="{D817207F-37DD-21AD-FBF8-DA7738D6FA30}"/>
          </ac:cxnSpMkLst>
        </pc:cxnChg>
        <pc:cxnChg chg="mod ord">
          <ac:chgData name="Dhingra, Dinesh" userId="3f4b9095-29d7-44e5-a12b-216b3dceab11" providerId="ADAL" clId="{012AB72B-1682-4154-96B1-6B0B62BFAAF6}" dt="2026-03-17T10:08:37.787" v="1348"/>
          <ac:cxnSpMkLst>
            <pc:docMk/>
            <pc:sldMk cId="2462970314" sldId="2147474979"/>
            <ac:cxnSpMk id="98" creationId="{5E806FAF-DBEF-39BB-4408-5775B8C357B5}"/>
          </ac:cxnSpMkLst>
        </pc:cxnChg>
        <pc:cxnChg chg="mod ord">
          <ac:chgData name="Dhingra, Dinesh" userId="3f4b9095-29d7-44e5-a12b-216b3dceab11" providerId="ADAL" clId="{012AB72B-1682-4154-96B1-6B0B62BFAAF6}" dt="2026-03-17T10:08:37.787" v="1354"/>
          <ac:cxnSpMkLst>
            <pc:docMk/>
            <pc:sldMk cId="2462970314" sldId="2147474979"/>
            <ac:cxnSpMk id="103" creationId="{58895F70-DA1E-B0DF-3807-41F2E9A6CCBE}"/>
          </ac:cxnSpMkLst>
        </pc:cxnChg>
        <pc:cxnChg chg="mod ord">
          <ac:chgData name="Dhingra, Dinesh" userId="3f4b9095-29d7-44e5-a12b-216b3dceab11" providerId="ADAL" clId="{012AB72B-1682-4154-96B1-6B0B62BFAAF6}" dt="2026-03-17T10:08:37.787" v="1360"/>
          <ac:cxnSpMkLst>
            <pc:docMk/>
            <pc:sldMk cId="2462970314" sldId="2147474979"/>
            <ac:cxnSpMk id="107" creationId="{4D5BA7EA-7E07-785B-1B4D-74AB351E6D3F}"/>
          </ac:cxnSpMkLst>
        </pc:cxnChg>
      </pc:sldChg>
      <pc:sldChg chg="addSp delSp modSp mod">
        <pc:chgData name="Dhingra, Dinesh" userId="3f4b9095-29d7-44e5-a12b-216b3dceab11" providerId="ADAL" clId="{012AB72B-1682-4154-96B1-6B0B62BFAAF6}" dt="2026-03-17T10:10:11.282" v="1939"/>
        <pc:sldMkLst>
          <pc:docMk/>
          <pc:sldMk cId="1764612123" sldId="2147474980"/>
        </pc:sldMkLst>
        <pc:spChg chg="mod ord">
          <ac:chgData name="Dhingra, Dinesh" userId="3f4b9095-29d7-44e5-a12b-216b3dceab11" providerId="ADAL" clId="{012AB72B-1682-4154-96B1-6B0B62BFAAF6}" dt="2026-03-17T10:10:11.282" v="1861"/>
          <ac:spMkLst>
            <pc:docMk/>
            <pc:sldMk cId="1764612123" sldId="2147474980"/>
            <ac:spMk id="2" creationId="{BDC7AF57-E43F-D95F-7446-571B01530FB2}"/>
          </ac:spMkLst>
        </pc:spChg>
        <pc:spChg chg="add del mod modVis">
          <ac:chgData name="Dhingra, Dinesh" userId="3f4b9095-29d7-44e5-a12b-216b3dceab11" providerId="ADAL" clId="{012AB72B-1682-4154-96B1-6B0B62BFAAF6}" dt="2026-03-17T10:07:22.468" v="1078"/>
          <ac:spMkLst>
            <pc:docMk/>
            <pc:sldMk cId="1764612123" sldId="2147474980"/>
            <ac:spMk id="3" creationId="{B076C960-07CA-EB43-195C-ED2D5CFADCB4}"/>
          </ac:spMkLst>
        </pc:spChg>
        <pc:spChg chg="mod ord">
          <ac:chgData name="Dhingra, Dinesh" userId="3f4b9095-29d7-44e5-a12b-216b3dceab11" providerId="ADAL" clId="{012AB72B-1682-4154-96B1-6B0B62BFAAF6}" dt="2026-03-17T10:10:11.282" v="1869"/>
          <ac:spMkLst>
            <pc:docMk/>
            <pc:sldMk cId="1764612123" sldId="2147474980"/>
            <ac:spMk id="8" creationId="{76E3E640-A91F-4541-7967-13AB0DC6FB65}"/>
          </ac:spMkLst>
        </pc:spChg>
        <pc:spChg chg="mod ord">
          <ac:chgData name="Dhingra, Dinesh" userId="3f4b9095-29d7-44e5-a12b-216b3dceab11" providerId="ADAL" clId="{012AB72B-1682-4154-96B1-6B0B62BFAAF6}" dt="2026-03-17T10:10:11.282" v="1871"/>
          <ac:spMkLst>
            <pc:docMk/>
            <pc:sldMk cId="1764612123" sldId="2147474980"/>
            <ac:spMk id="9" creationId="{C4B6DDA3-0040-E001-149D-1A48C8F689ED}"/>
          </ac:spMkLst>
        </pc:spChg>
        <pc:spChg chg="mod ord">
          <ac:chgData name="Dhingra, Dinesh" userId="3f4b9095-29d7-44e5-a12b-216b3dceab11" providerId="ADAL" clId="{012AB72B-1682-4154-96B1-6B0B62BFAAF6}" dt="2026-03-17T10:10:11.282" v="1875"/>
          <ac:spMkLst>
            <pc:docMk/>
            <pc:sldMk cId="1764612123" sldId="2147474980"/>
            <ac:spMk id="12" creationId="{AEF8A128-386E-3D87-4F6D-0DA3CCF72957}"/>
          </ac:spMkLst>
        </pc:spChg>
        <pc:spChg chg="mod ord">
          <ac:chgData name="Dhingra, Dinesh" userId="3f4b9095-29d7-44e5-a12b-216b3dceab11" providerId="ADAL" clId="{012AB72B-1682-4154-96B1-6B0B62BFAAF6}" dt="2026-03-17T10:10:11.282" v="1877"/>
          <ac:spMkLst>
            <pc:docMk/>
            <pc:sldMk cId="1764612123" sldId="2147474980"/>
            <ac:spMk id="15" creationId="{FF500AE0-2977-EB47-C7B4-7F7886F45143}"/>
          </ac:spMkLst>
        </pc:spChg>
        <pc:spChg chg="add del mod modVis">
          <ac:chgData name="Dhingra, Dinesh" userId="3f4b9095-29d7-44e5-a12b-216b3dceab11" providerId="ADAL" clId="{012AB72B-1682-4154-96B1-6B0B62BFAAF6}" dt="2026-03-17T10:09:17.052" v="1666"/>
          <ac:spMkLst>
            <pc:docMk/>
            <pc:sldMk cId="1764612123" sldId="2147474980"/>
            <ac:spMk id="19" creationId="{EFAC1EA4-A2EF-4BEC-653B-7283B314C7B1}"/>
          </ac:spMkLst>
        </pc:spChg>
        <pc:spChg chg="mod ord">
          <ac:chgData name="Dhingra, Dinesh" userId="3f4b9095-29d7-44e5-a12b-216b3dceab11" providerId="ADAL" clId="{012AB72B-1682-4154-96B1-6B0B62BFAAF6}" dt="2026-03-17T10:10:11.282" v="1881"/>
          <ac:spMkLst>
            <pc:docMk/>
            <pc:sldMk cId="1764612123" sldId="2147474980"/>
            <ac:spMk id="46" creationId="{DFFD3AD7-3D10-0FB9-1E9C-B10F75DDF0BF}"/>
          </ac:spMkLst>
        </pc:spChg>
        <pc:spChg chg="mod ord">
          <ac:chgData name="Dhingra, Dinesh" userId="3f4b9095-29d7-44e5-a12b-216b3dceab11" providerId="ADAL" clId="{012AB72B-1682-4154-96B1-6B0B62BFAAF6}" dt="2026-03-17T10:10:11.282" v="1883"/>
          <ac:spMkLst>
            <pc:docMk/>
            <pc:sldMk cId="1764612123" sldId="2147474980"/>
            <ac:spMk id="47" creationId="{1A85AAA0-2298-FBBE-624B-624DBBE24AA1}"/>
          </ac:spMkLst>
        </pc:spChg>
        <pc:spChg chg="mod ord">
          <ac:chgData name="Dhingra, Dinesh" userId="3f4b9095-29d7-44e5-a12b-216b3dceab11" providerId="ADAL" clId="{012AB72B-1682-4154-96B1-6B0B62BFAAF6}" dt="2026-03-17T10:10:11.282" v="1887"/>
          <ac:spMkLst>
            <pc:docMk/>
            <pc:sldMk cId="1764612123" sldId="2147474980"/>
            <ac:spMk id="50" creationId="{A50BEE6E-93CF-6D88-09AF-F675010C0A26}"/>
          </ac:spMkLst>
        </pc:spChg>
        <pc:spChg chg="mod ord">
          <ac:chgData name="Dhingra, Dinesh" userId="3f4b9095-29d7-44e5-a12b-216b3dceab11" providerId="ADAL" clId="{012AB72B-1682-4154-96B1-6B0B62BFAAF6}" dt="2026-03-17T10:10:11.282" v="1889"/>
          <ac:spMkLst>
            <pc:docMk/>
            <pc:sldMk cId="1764612123" sldId="2147474980"/>
            <ac:spMk id="51" creationId="{4E3E4BB1-EF2D-5B95-3298-48F1F6B4D3EC}"/>
          </ac:spMkLst>
        </pc:spChg>
        <pc:spChg chg="mod ord">
          <ac:chgData name="Dhingra, Dinesh" userId="3f4b9095-29d7-44e5-a12b-216b3dceab11" providerId="ADAL" clId="{012AB72B-1682-4154-96B1-6B0B62BFAAF6}" dt="2026-03-17T10:10:11.282" v="1893"/>
          <ac:spMkLst>
            <pc:docMk/>
            <pc:sldMk cId="1764612123" sldId="2147474980"/>
            <ac:spMk id="54" creationId="{011E3690-C220-FD79-828E-5E9E4B99C4A8}"/>
          </ac:spMkLst>
        </pc:spChg>
        <pc:spChg chg="mod ord">
          <ac:chgData name="Dhingra, Dinesh" userId="3f4b9095-29d7-44e5-a12b-216b3dceab11" providerId="ADAL" clId="{012AB72B-1682-4154-96B1-6B0B62BFAAF6}" dt="2026-03-17T10:10:11.282" v="1895"/>
          <ac:spMkLst>
            <pc:docMk/>
            <pc:sldMk cId="1764612123" sldId="2147474980"/>
            <ac:spMk id="55" creationId="{E165B693-1909-6F79-9AF7-399533B34950}"/>
          </ac:spMkLst>
        </pc:spChg>
        <pc:spChg chg="mod ord">
          <ac:chgData name="Dhingra, Dinesh" userId="3f4b9095-29d7-44e5-a12b-216b3dceab11" providerId="ADAL" clId="{012AB72B-1682-4154-96B1-6B0B62BFAAF6}" dt="2026-03-17T10:10:11.282" v="1863"/>
          <ac:spMkLst>
            <pc:docMk/>
            <pc:sldMk cId="1764612123" sldId="2147474980"/>
            <ac:spMk id="63" creationId="{615E84F4-C99E-4FBB-C47C-8CF88442033A}"/>
          </ac:spMkLst>
        </pc:spChg>
        <pc:spChg chg="mod ord">
          <ac:chgData name="Dhingra, Dinesh" userId="3f4b9095-29d7-44e5-a12b-216b3dceab11" providerId="ADAL" clId="{012AB72B-1682-4154-96B1-6B0B62BFAAF6}" dt="2026-03-17T10:10:11.282" v="1899"/>
          <ac:spMkLst>
            <pc:docMk/>
            <pc:sldMk cId="1764612123" sldId="2147474980"/>
            <ac:spMk id="67" creationId="{FAC366E1-7787-6716-F22A-22D69A977B0F}"/>
          </ac:spMkLst>
        </pc:spChg>
        <pc:spChg chg="mod ord">
          <ac:chgData name="Dhingra, Dinesh" userId="3f4b9095-29d7-44e5-a12b-216b3dceab11" providerId="ADAL" clId="{012AB72B-1682-4154-96B1-6B0B62BFAAF6}" dt="2026-03-17T10:10:11.282" v="1901"/>
          <ac:spMkLst>
            <pc:docMk/>
            <pc:sldMk cId="1764612123" sldId="2147474980"/>
            <ac:spMk id="68" creationId="{0A16D24E-3DF4-18B2-796E-2BA313C62199}"/>
          </ac:spMkLst>
        </pc:spChg>
        <pc:spChg chg="mod ord">
          <ac:chgData name="Dhingra, Dinesh" userId="3f4b9095-29d7-44e5-a12b-216b3dceab11" providerId="ADAL" clId="{012AB72B-1682-4154-96B1-6B0B62BFAAF6}" dt="2026-03-17T10:10:11.282" v="1905"/>
          <ac:spMkLst>
            <pc:docMk/>
            <pc:sldMk cId="1764612123" sldId="2147474980"/>
            <ac:spMk id="71" creationId="{ABE3C4DE-7573-CBEF-E71C-DA48C2888186}"/>
          </ac:spMkLst>
        </pc:spChg>
        <pc:spChg chg="mod ord">
          <ac:chgData name="Dhingra, Dinesh" userId="3f4b9095-29d7-44e5-a12b-216b3dceab11" providerId="ADAL" clId="{012AB72B-1682-4154-96B1-6B0B62BFAAF6}" dt="2026-03-17T10:10:11.282" v="1907"/>
          <ac:spMkLst>
            <pc:docMk/>
            <pc:sldMk cId="1764612123" sldId="2147474980"/>
            <ac:spMk id="72" creationId="{7FAF29FA-D1C8-947C-AF2B-EDFA2A50A9F3}"/>
          </ac:spMkLst>
        </pc:spChg>
        <pc:spChg chg="mod ord">
          <ac:chgData name="Dhingra, Dinesh" userId="3f4b9095-29d7-44e5-a12b-216b3dceab11" providerId="ADAL" clId="{012AB72B-1682-4154-96B1-6B0B62BFAAF6}" dt="2026-03-17T10:10:11.282" v="1911"/>
          <ac:spMkLst>
            <pc:docMk/>
            <pc:sldMk cId="1764612123" sldId="2147474980"/>
            <ac:spMk id="94" creationId="{B0D530A2-7A2C-C109-DD60-E86CEC03950F}"/>
          </ac:spMkLst>
        </pc:spChg>
        <pc:spChg chg="mod ord">
          <ac:chgData name="Dhingra, Dinesh" userId="3f4b9095-29d7-44e5-a12b-216b3dceab11" providerId="ADAL" clId="{012AB72B-1682-4154-96B1-6B0B62BFAAF6}" dt="2026-03-17T10:10:11.282" v="1913"/>
          <ac:spMkLst>
            <pc:docMk/>
            <pc:sldMk cId="1764612123" sldId="2147474980"/>
            <ac:spMk id="95" creationId="{81E43760-2B23-2577-92E5-374A588EFD7B}"/>
          </ac:spMkLst>
        </pc:spChg>
        <pc:spChg chg="mod ord">
          <ac:chgData name="Dhingra, Dinesh" userId="3f4b9095-29d7-44e5-a12b-216b3dceab11" providerId="ADAL" clId="{012AB72B-1682-4154-96B1-6B0B62BFAAF6}" dt="2026-03-17T10:10:11.282" v="1917"/>
          <ac:spMkLst>
            <pc:docMk/>
            <pc:sldMk cId="1764612123" sldId="2147474980"/>
            <ac:spMk id="98" creationId="{BA68A144-14CD-F590-A90D-BF24800334CC}"/>
          </ac:spMkLst>
        </pc:spChg>
        <pc:spChg chg="mod ord">
          <ac:chgData name="Dhingra, Dinesh" userId="3f4b9095-29d7-44e5-a12b-216b3dceab11" providerId="ADAL" clId="{012AB72B-1682-4154-96B1-6B0B62BFAAF6}" dt="2026-03-17T10:10:11.282" v="1919"/>
          <ac:spMkLst>
            <pc:docMk/>
            <pc:sldMk cId="1764612123" sldId="2147474980"/>
            <ac:spMk id="99" creationId="{ED0956FE-F0CB-9C6D-54CC-D895DC11F9B4}"/>
          </ac:spMkLst>
        </pc:spChg>
        <pc:spChg chg="mod ord">
          <ac:chgData name="Dhingra, Dinesh" userId="3f4b9095-29d7-44e5-a12b-216b3dceab11" providerId="ADAL" clId="{012AB72B-1682-4154-96B1-6B0B62BFAAF6}" dt="2026-03-17T10:10:11.282" v="1923"/>
          <ac:spMkLst>
            <pc:docMk/>
            <pc:sldMk cId="1764612123" sldId="2147474980"/>
            <ac:spMk id="103" creationId="{9BEA21B5-5376-D83C-B897-308A822E1A41}"/>
          </ac:spMkLst>
        </pc:spChg>
        <pc:spChg chg="mod ord">
          <ac:chgData name="Dhingra, Dinesh" userId="3f4b9095-29d7-44e5-a12b-216b3dceab11" providerId="ADAL" clId="{012AB72B-1682-4154-96B1-6B0B62BFAAF6}" dt="2026-03-17T10:10:11.282" v="1925"/>
          <ac:spMkLst>
            <pc:docMk/>
            <pc:sldMk cId="1764612123" sldId="2147474980"/>
            <ac:spMk id="104" creationId="{ED73F67D-CB53-4413-8F43-9BAFFC3C6ED8}"/>
          </ac:spMkLst>
        </pc:spChg>
        <pc:spChg chg="mod ord">
          <ac:chgData name="Dhingra, Dinesh" userId="3f4b9095-29d7-44e5-a12b-216b3dceab11" providerId="ADAL" clId="{012AB72B-1682-4154-96B1-6B0B62BFAAF6}" dt="2026-03-17T10:10:11.282" v="1929"/>
          <ac:spMkLst>
            <pc:docMk/>
            <pc:sldMk cId="1764612123" sldId="2147474980"/>
            <ac:spMk id="107" creationId="{09555526-47ED-0DAA-CE2F-2EB54904D39E}"/>
          </ac:spMkLst>
        </pc:spChg>
        <pc:spChg chg="mod ord">
          <ac:chgData name="Dhingra, Dinesh" userId="3f4b9095-29d7-44e5-a12b-216b3dceab11" providerId="ADAL" clId="{012AB72B-1682-4154-96B1-6B0B62BFAAF6}" dt="2026-03-17T10:10:11.282" v="1931"/>
          <ac:spMkLst>
            <pc:docMk/>
            <pc:sldMk cId="1764612123" sldId="2147474980"/>
            <ac:spMk id="108" creationId="{25885318-7B92-FC1E-0242-45EDA9BC6FB8}"/>
          </ac:spMkLst>
        </pc:spChg>
        <pc:spChg chg="mod ord">
          <ac:chgData name="Dhingra, Dinesh" userId="3f4b9095-29d7-44e5-a12b-216b3dceab11" providerId="ADAL" clId="{012AB72B-1682-4154-96B1-6B0B62BFAAF6}" dt="2026-03-17T10:10:11.282" v="1933"/>
          <ac:spMkLst>
            <pc:docMk/>
            <pc:sldMk cId="1764612123" sldId="2147474980"/>
            <ac:spMk id="132" creationId="{35E22F57-4637-FB63-8B87-6018D3B603D8}"/>
          </ac:spMkLst>
        </pc:spChg>
        <pc:spChg chg="mod ord">
          <ac:chgData name="Dhingra, Dinesh" userId="3f4b9095-29d7-44e5-a12b-216b3dceab11" providerId="ADAL" clId="{012AB72B-1682-4154-96B1-6B0B62BFAAF6}" dt="2026-03-17T10:10:11.282" v="1935"/>
          <ac:spMkLst>
            <pc:docMk/>
            <pc:sldMk cId="1764612123" sldId="2147474980"/>
            <ac:spMk id="133" creationId="{62DABE78-8128-663F-83A5-F1255652C5EF}"/>
          </ac:spMkLst>
        </pc:spChg>
        <pc:grpChg chg="mod ord">
          <ac:chgData name="Dhingra, Dinesh" userId="3f4b9095-29d7-44e5-a12b-216b3dceab11" providerId="ADAL" clId="{012AB72B-1682-4154-96B1-6B0B62BFAAF6}" dt="2026-03-17T10:10:11.282" v="1865"/>
          <ac:grpSpMkLst>
            <pc:docMk/>
            <pc:sldMk cId="1764612123" sldId="2147474980"/>
            <ac:grpSpMk id="21" creationId="{444623FD-0131-5DE9-71F4-26B9800CEFB7}"/>
          </ac:grpSpMkLst>
        </pc:grpChg>
        <pc:grpChg chg="mod">
          <ac:chgData name="Dhingra, Dinesh" userId="3f4b9095-29d7-44e5-a12b-216b3dceab11" providerId="ADAL" clId="{012AB72B-1682-4154-96B1-6B0B62BFAAF6}" dt="2026-03-17T10:10:11.282" v="1857"/>
          <ac:grpSpMkLst>
            <pc:docMk/>
            <pc:sldMk cId="1764612123" sldId="2147474980"/>
            <ac:grpSpMk id="42" creationId="{040464CF-D001-F149-7772-8B98A94F0ECE}"/>
          </ac:grpSpMkLst>
        </pc:grpChg>
        <pc:grpChg chg="mod">
          <ac:chgData name="Dhingra, Dinesh" userId="3f4b9095-29d7-44e5-a12b-216b3dceab11" providerId="ADAL" clId="{012AB72B-1682-4154-96B1-6B0B62BFAAF6}" dt="2026-03-17T10:10:11.282" v="1856"/>
          <ac:grpSpMkLst>
            <pc:docMk/>
            <pc:sldMk cId="1764612123" sldId="2147474980"/>
            <ac:grpSpMk id="43" creationId="{7CFDFE14-E8FE-A595-CF43-03FF2539D639}"/>
          </ac:grpSpMkLst>
        </pc:grpChg>
        <pc:graphicFrameChg chg="add del mod ord">
          <ac:chgData name="Dhingra, Dinesh" userId="3f4b9095-29d7-44e5-a12b-216b3dceab11" providerId="ADAL" clId="{012AB72B-1682-4154-96B1-6B0B62BFAAF6}" dt="2026-03-17T10:09:17.982" v="1668"/>
          <ac:graphicFrameMkLst>
            <pc:docMk/>
            <pc:sldMk cId="1764612123" sldId="2147474980"/>
            <ac:graphicFrameMk id="5" creationId="{52454940-4114-F6BB-AE59-C1127EDAC4F4}"/>
          </ac:graphicFrameMkLst>
        </pc:graphicFrameChg>
        <pc:graphicFrameChg chg="del">
          <ac:chgData name="Dhingra, Dinesh" userId="3f4b9095-29d7-44e5-a12b-216b3dceab11" providerId="ADAL" clId="{012AB72B-1682-4154-96B1-6B0B62BFAAF6}" dt="2026-03-17T10:07:22.398" v="989"/>
          <ac:graphicFrameMkLst>
            <pc:docMk/>
            <pc:sldMk cId="1764612123" sldId="2147474980"/>
            <ac:graphicFrameMk id="16" creationId="{6010BFFC-658E-7103-3E20-F484B8B526A6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9:11.136" v="1641" actId="1076"/>
          <ac:graphicFrameMkLst>
            <pc:docMk/>
            <pc:sldMk cId="1764612123" sldId="2147474980"/>
            <ac:graphicFrameMk id="17" creationId="{C379EAF6-A638-FD33-CE29-42996532C73D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09:10.520" v="1593" actId="1076"/>
          <ac:graphicFrameMkLst>
            <pc:docMk/>
            <pc:sldMk cId="1764612123" sldId="2147474980"/>
            <ac:graphicFrameMk id="18" creationId="{5E8BBD44-6763-F091-7FBA-B260091E7BBA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9:34.283" v="1759"/>
          <ac:graphicFrameMkLst>
            <pc:docMk/>
            <pc:sldMk cId="1764612123" sldId="2147474980"/>
            <ac:graphicFrameMk id="20" creationId="{ABDAB3FB-4CAB-AC88-0F18-85BA86EA139C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10:11.228" v="1850"/>
          <ac:graphicFrameMkLst>
            <pc:docMk/>
            <pc:sldMk cId="1764612123" sldId="2147474980"/>
            <ac:graphicFrameMk id="31" creationId="{AB911662-EE4C-D5C1-4480-BCC7DBBB368A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10:11.282" v="1937"/>
          <ac:graphicFrameMkLst>
            <pc:docMk/>
            <pc:sldMk cId="1764612123" sldId="2147474980"/>
            <ac:graphicFrameMk id="32" creationId="{F3DFE2F4-3192-6617-224B-93DB6C799967}"/>
          </ac:graphicFrameMkLst>
        </pc:graphicFrameChg>
        <pc:graphicFrameChg chg="mod ord">
          <ac:chgData name="Dhingra, Dinesh" userId="3f4b9095-29d7-44e5-a12b-216b3dceab11" providerId="ADAL" clId="{012AB72B-1682-4154-96B1-6B0B62BFAAF6}" dt="2026-03-17T10:10:11.282" v="1859"/>
          <ac:graphicFrameMkLst>
            <pc:docMk/>
            <pc:sldMk cId="1764612123" sldId="2147474980"/>
            <ac:graphicFrameMk id="36" creationId="{9CDBD5C6-D2D8-35B0-091D-06E37CAB6D51}"/>
          </ac:graphicFrameMkLst>
        </pc:graphicFrameChg>
        <pc:graphicFrameChg chg="mod">
          <ac:chgData name="Dhingra, Dinesh" userId="3f4b9095-29d7-44e5-a12b-216b3dceab11" providerId="ADAL" clId="{012AB72B-1682-4154-96B1-6B0B62BFAAF6}" dt="2026-03-17T10:10:11.282" v="1939"/>
          <ac:graphicFrameMkLst>
            <pc:docMk/>
            <pc:sldMk cId="1764612123" sldId="2147474980"/>
            <ac:graphicFrameMk id="38" creationId="{B3B4BB47-56D2-89D1-AF05-C45987EFFB08}"/>
          </ac:graphicFrameMkLst>
        </pc:graphicFrameChg>
        <pc:cxnChg chg="mod ord">
          <ac:chgData name="Dhingra, Dinesh" userId="3f4b9095-29d7-44e5-a12b-216b3dceab11" providerId="ADAL" clId="{012AB72B-1682-4154-96B1-6B0B62BFAAF6}" dt="2026-03-17T10:10:11.282" v="1867"/>
          <ac:cxnSpMkLst>
            <pc:docMk/>
            <pc:sldMk cId="1764612123" sldId="2147474980"/>
            <ac:cxnSpMk id="7" creationId="{7F2930BB-1A11-C0A5-CFBE-4C32B0BC8B8B}"/>
          </ac:cxnSpMkLst>
        </pc:cxnChg>
        <pc:cxnChg chg="mod ord">
          <ac:chgData name="Dhingra, Dinesh" userId="3f4b9095-29d7-44e5-a12b-216b3dceab11" providerId="ADAL" clId="{012AB72B-1682-4154-96B1-6B0B62BFAAF6}" dt="2026-03-17T10:10:11.282" v="1873"/>
          <ac:cxnSpMkLst>
            <pc:docMk/>
            <pc:sldMk cId="1764612123" sldId="2147474980"/>
            <ac:cxnSpMk id="11" creationId="{3227A598-C5CA-B64C-BDB4-071FC3C54A9F}"/>
          </ac:cxnSpMkLst>
        </pc:cxnChg>
        <pc:cxnChg chg="mod ord">
          <ac:chgData name="Dhingra, Dinesh" userId="3f4b9095-29d7-44e5-a12b-216b3dceab11" providerId="ADAL" clId="{012AB72B-1682-4154-96B1-6B0B62BFAAF6}" dt="2026-03-17T10:10:11.282" v="1879"/>
          <ac:cxnSpMkLst>
            <pc:docMk/>
            <pc:sldMk cId="1764612123" sldId="2147474980"/>
            <ac:cxnSpMk id="45" creationId="{C8E9B335-CF88-6298-57F7-7D1FDC68A7BB}"/>
          </ac:cxnSpMkLst>
        </pc:cxnChg>
        <pc:cxnChg chg="mod ord">
          <ac:chgData name="Dhingra, Dinesh" userId="3f4b9095-29d7-44e5-a12b-216b3dceab11" providerId="ADAL" clId="{012AB72B-1682-4154-96B1-6B0B62BFAAF6}" dt="2026-03-17T10:10:11.282" v="1885"/>
          <ac:cxnSpMkLst>
            <pc:docMk/>
            <pc:sldMk cId="1764612123" sldId="2147474980"/>
            <ac:cxnSpMk id="49" creationId="{ADA26CD2-B9D2-CEE5-46D7-ED7F90E47902}"/>
          </ac:cxnSpMkLst>
        </pc:cxnChg>
        <pc:cxnChg chg="mod ord">
          <ac:chgData name="Dhingra, Dinesh" userId="3f4b9095-29d7-44e5-a12b-216b3dceab11" providerId="ADAL" clId="{012AB72B-1682-4154-96B1-6B0B62BFAAF6}" dt="2026-03-17T10:10:11.282" v="1891"/>
          <ac:cxnSpMkLst>
            <pc:docMk/>
            <pc:sldMk cId="1764612123" sldId="2147474980"/>
            <ac:cxnSpMk id="53" creationId="{B7D7B1F1-1AD2-C8AA-B189-1222E2B7DF7D}"/>
          </ac:cxnSpMkLst>
        </pc:cxnChg>
        <pc:cxnChg chg="mod ord">
          <ac:chgData name="Dhingra, Dinesh" userId="3f4b9095-29d7-44e5-a12b-216b3dceab11" providerId="ADAL" clId="{012AB72B-1682-4154-96B1-6B0B62BFAAF6}" dt="2026-03-17T10:10:11.282" v="1897"/>
          <ac:cxnSpMkLst>
            <pc:docMk/>
            <pc:sldMk cId="1764612123" sldId="2147474980"/>
            <ac:cxnSpMk id="65" creationId="{8430578F-7E5F-56EE-0791-9028DCA7A134}"/>
          </ac:cxnSpMkLst>
        </pc:cxnChg>
        <pc:cxnChg chg="mod ord">
          <ac:chgData name="Dhingra, Dinesh" userId="3f4b9095-29d7-44e5-a12b-216b3dceab11" providerId="ADAL" clId="{012AB72B-1682-4154-96B1-6B0B62BFAAF6}" dt="2026-03-17T10:10:11.282" v="1903"/>
          <ac:cxnSpMkLst>
            <pc:docMk/>
            <pc:sldMk cId="1764612123" sldId="2147474980"/>
            <ac:cxnSpMk id="70" creationId="{F7C75297-9375-99A5-112B-2FE8F1D06FDA}"/>
          </ac:cxnSpMkLst>
        </pc:cxnChg>
        <pc:cxnChg chg="mod ord">
          <ac:chgData name="Dhingra, Dinesh" userId="3f4b9095-29d7-44e5-a12b-216b3dceab11" providerId="ADAL" clId="{012AB72B-1682-4154-96B1-6B0B62BFAAF6}" dt="2026-03-17T10:10:11.282" v="1909"/>
          <ac:cxnSpMkLst>
            <pc:docMk/>
            <pc:sldMk cId="1764612123" sldId="2147474980"/>
            <ac:cxnSpMk id="93" creationId="{D1DEEE27-CE2B-6606-6905-41F4BE99E231}"/>
          </ac:cxnSpMkLst>
        </pc:cxnChg>
        <pc:cxnChg chg="mod ord">
          <ac:chgData name="Dhingra, Dinesh" userId="3f4b9095-29d7-44e5-a12b-216b3dceab11" providerId="ADAL" clId="{012AB72B-1682-4154-96B1-6B0B62BFAAF6}" dt="2026-03-17T10:10:11.282" v="1915"/>
          <ac:cxnSpMkLst>
            <pc:docMk/>
            <pc:sldMk cId="1764612123" sldId="2147474980"/>
            <ac:cxnSpMk id="97" creationId="{ADA340C1-2A24-3847-8009-747781847D09}"/>
          </ac:cxnSpMkLst>
        </pc:cxnChg>
        <pc:cxnChg chg="mod ord">
          <ac:chgData name="Dhingra, Dinesh" userId="3f4b9095-29d7-44e5-a12b-216b3dceab11" providerId="ADAL" clId="{012AB72B-1682-4154-96B1-6B0B62BFAAF6}" dt="2026-03-17T10:10:11.282" v="1921"/>
          <ac:cxnSpMkLst>
            <pc:docMk/>
            <pc:sldMk cId="1764612123" sldId="2147474980"/>
            <ac:cxnSpMk id="102" creationId="{7B4581BF-32BC-4DDF-95D7-3D1B0CE0E893}"/>
          </ac:cxnSpMkLst>
        </pc:cxnChg>
        <pc:cxnChg chg="mod ord">
          <ac:chgData name="Dhingra, Dinesh" userId="3f4b9095-29d7-44e5-a12b-216b3dceab11" providerId="ADAL" clId="{012AB72B-1682-4154-96B1-6B0B62BFAAF6}" dt="2026-03-17T10:10:11.282" v="1927"/>
          <ac:cxnSpMkLst>
            <pc:docMk/>
            <pc:sldMk cId="1764612123" sldId="2147474980"/>
            <ac:cxnSpMk id="106" creationId="{789810B5-98E2-6CB0-A831-05DA13A88B3C}"/>
          </ac:cxnSpMkLst>
        </pc:cxnChg>
      </pc:sldChg>
      <pc:sldChg chg="addSp delSp modSp mod">
        <pc:chgData name="Dhingra, Dinesh" userId="3f4b9095-29d7-44e5-a12b-216b3dceab11" providerId="ADAL" clId="{012AB72B-1682-4154-96B1-6B0B62BFAAF6}" dt="2026-03-17T10:12:06.072" v="2001"/>
        <pc:sldMkLst>
          <pc:docMk/>
          <pc:sldMk cId="2357582191" sldId="2147474981"/>
        </pc:sldMkLst>
        <pc:spChg chg="mod ord">
          <ac:chgData name="Dhingra, Dinesh" userId="3f4b9095-29d7-44e5-a12b-216b3dceab11" providerId="ADAL" clId="{012AB72B-1682-4154-96B1-6B0B62BFAAF6}" dt="2026-03-17T10:12:06.056" v="1953"/>
          <ac:spMkLst>
            <pc:docMk/>
            <pc:sldMk cId="2357582191" sldId="2147474981"/>
            <ac:spMk id="2" creationId="{FD89B8C3-8C14-CFCE-F768-47A0C27FD458}"/>
          </ac:spMkLst>
        </pc:spChg>
        <pc:spChg chg="add del mod modVis">
          <ac:chgData name="Dhingra, Dinesh" userId="3f4b9095-29d7-44e5-a12b-216b3dceab11" providerId="ADAL" clId="{012AB72B-1682-4154-96B1-6B0B62BFAAF6}" dt="2026-03-17T10:07:32.807" v="1160"/>
          <ac:spMkLst>
            <pc:docMk/>
            <pc:sldMk cId="2357582191" sldId="2147474981"/>
            <ac:spMk id="3" creationId="{61AF55F6-DD48-AB1B-D678-460A89B2C35E}"/>
          </ac:spMkLst>
        </pc:spChg>
        <pc:spChg chg="mod ord">
          <ac:chgData name="Dhingra, Dinesh" userId="3f4b9095-29d7-44e5-a12b-216b3dceab11" providerId="ADAL" clId="{012AB72B-1682-4154-96B1-6B0B62BFAAF6}" dt="2026-03-17T10:12:06.056" v="1961"/>
          <ac:spMkLst>
            <pc:docMk/>
            <pc:sldMk cId="2357582191" sldId="2147474981"/>
            <ac:spMk id="8" creationId="{CEE4CE8A-A919-043E-14C7-A063FAB943ED}"/>
          </ac:spMkLst>
        </pc:spChg>
        <pc:spChg chg="mod ord">
          <ac:chgData name="Dhingra, Dinesh" userId="3f4b9095-29d7-44e5-a12b-216b3dceab11" providerId="ADAL" clId="{012AB72B-1682-4154-96B1-6B0B62BFAAF6}" dt="2026-03-17T10:12:06.056" v="1963"/>
          <ac:spMkLst>
            <pc:docMk/>
            <pc:sldMk cId="2357582191" sldId="2147474981"/>
            <ac:spMk id="9" creationId="{400A4957-CB0F-501A-1748-D1C49B05747B}"/>
          </ac:spMkLst>
        </pc:spChg>
        <pc:spChg chg="mod ord">
          <ac:chgData name="Dhingra, Dinesh" userId="3f4b9095-29d7-44e5-a12b-216b3dceab11" providerId="ADAL" clId="{012AB72B-1682-4154-96B1-6B0B62BFAAF6}" dt="2026-03-17T10:12:06.072" v="1967"/>
          <ac:spMkLst>
            <pc:docMk/>
            <pc:sldMk cId="2357582191" sldId="2147474981"/>
            <ac:spMk id="12" creationId="{FF516D3C-FDB5-D01A-1E9E-0CAEE08E2B80}"/>
          </ac:spMkLst>
        </pc:spChg>
        <pc:spChg chg="mod ord">
          <ac:chgData name="Dhingra, Dinesh" userId="3f4b9095-29d7-44e5-a12b-216b3dceab11" providerId="ADAL" clId="{012AB72B-1682-4154-96B1-6B0B62BFAAF6}" dt="2026-03-17T10:12:06.072" v="1969"/>
          <ac:spMkLst>
            <pc:docMk/>
            <pc:sldMk cId="2357582191" sldId="2147474981"/>
            <ac:spMk id="44" creationId="{3AF8EDF5-1BAE-FC09-3FB0-1641D2F16043}"/>
          </ac:spMkLst>
        </pc:spChg>
        <pc:spChg chg="mod ord">
          <ac:chgData name="Dhingra, Dinesh" userId="3f4b9095-29d7-44e5-a12b-216b3dceab11" providerId="ADAL" clId="{012AB72B-1682-4154-96B1-6B0B62BFAAF6}" dt="2026-03-17T10:12:06.072" v="1973"/>
          <ac:spMkLst>
            <pc:docMk/>
            <pc:sldMk cId="2357582191" sldId="2147474981"/>
            <ac:spMk id="51" creationId="{8F50AD5D-890D-DA78-556E-FD172FCC103B}"/>
          </ac:spMkLst>
        </pc:spChg>
        <pc:spChg chg="mod ord">
          <ac:chgData name="Dhingra, Dinesh" userId="3f4b9095-29d7-44e5-a12b-216b3dceab11" providerId="ADAL" clId="{012AB72B-1682-4154-96B1-6B0B62BFAAF6}" dt="2026-03-17T10:12:06.072" v="1975"/>
          <ac:spMkLst>
            <pc:docMk/>
            <pc:sldMk cId="2357582191" sldId="2147474981"/>
            <ac:spMk id="52" creationId="{09FB1A76-BA63-DF51-F382-1BB2EEA426F1}"/>
          </ac:spMkLst>
        </pc:spChg>
        <pc:spChg chg="mod ord">
          <ac:chgData name="Dhingra, Dinesh" userId="3f4b9095-29d7-44e5-a12b-216b3dceab11" providerId="ADAL" clId="{012AB72B-1682-4154-96B1-6B0B62BFAAF6}" dt="2026-03-17T10:12:06.072" v="1979"/>
          <ac:spMkLst>
            <pc:docMk/>
            <pc:sldMk cId="2357582191" sldId="2147474981"/>
            <ac:spMk id="55" creationId="{1E1D6652-3F8E-D99B-A01F-3262CBC48D2B}"/>
          </ac:spMkLst>
        </pc:spChg>
        <pc:spChg chg="mod ord">
          <ac:chgData name="Dhingra, Dinesh" userId="3f4b9095-29d7-44e5-a12b-216b3dceab11" providerId="ADAL" clId="{012AB72B-1682-4154-96B1-6B0B62BFAAF6}" dt="2026-03-17T10:12:06.072" v="1981"/>
          <ac:spMkLst>
            <pc:docMk/>
            <pc:sldMk cId="2357582191" sldId="2147474981"/>
            <ac:spMk id="56" creationId="{4FFEB4CE-449A-5407-7EAD-74D02ED5684A}"/>
          </ac:spMkLst>
        </pc:spChg>
        <pc:spChg chg="mod ord">
          <ac:chgData name="Dhingra, Dinesh" userId="3f4b9095-29d7-44e5-a12b-216b3dceab11" providerId="ADAL" clId="{012AB72B-1682-4154-96B1-6B0B62BFAAF6}" dt="2026-03-17T10:12:06.072" v="1985"/>
          <ac:spMkLst>
            <pc:docMk/>
            <pc:sldMk cId="2357582191" sldId="2147474981"/>
            <ac:spMk id="59" creationId="{2BA25565-4E03-B6AC-9274-8DBC028182E7}"/>
          </ac:spMkLst>
        </pc:spChg>
        <pc:spChg chg="mod ord">
          <ac:chgData name="Dhingra, Dinesh" userId="3f4b9095-29d7-44e5-a12b-216b3dceab11" providerId="ADAL" clId="{012AB72B-1682-4154-96B1-6B0B62BFAAF6}" dt="2026-03-17T10:12:06.056" v="1955"/>
          <ac:spMkLst>
            <pc:docMk/>
            <pc:sldMk cId="2357582191" sldId="2147474981"/>
            <ac:spMk id="63" creationId="{7976BD11-6CBA-4082-46D1-C92C98F823FA}"/>
          </ac:spMkLst>
        </pc:spChg>
        <pc:spChg chg="mod ord">
          <ac:chgData name="Dhingra, Dinesh" userId="3f4b9095-29d7-44e5-a12b-216b3dceab11" providerId="ADAL" clId="{012AB72B-1682-4154-96B1-6B0B62BFAAF6}" dt="2026-03-17T10:12:06.072" v="1987"/>
          <ac:spMkLst>
            <pc:docMk/>
            <pc:sldMk cId="2357582191" sldId="2147474981"/>
            <ac:spMk id="64" creationId="{0E194C1A-6D7A-16F6-FEB5-55BCCAEA7A9E}"/>
          </ac:spMkLst>
        </pc:spChg>
        <pc:spChg chg="mod ord">
          <ac:chgData name="Dhingra, Dinesh" userId="3f4b9095-29d7-44e5-a12b-216b3dceab11" providerId="ADAL" clId="{012AB72B-1682-4154-96B1-6B0B62BFAAF6}" dt="2026-03-17T10:12:06.072" v="1991"/>
          <ac:spMkLst>
            <pc:docMk/>
            <pc:sldMk cId="2357582191" sldId="2147474981"/>
            <ac:spMk id="68" creationId="{60703918-FDD6-7BE4-F403-2A0B55716643}"/>
          </ac:spMkLst>
        </pc:spChg>
        <pc:spChg chg="mod ord">
          <ac:chgData name="Dhingra, Dinesh" userId="3f4b9095-29d7-44e5-a12b-216b3dceab11" providerId="ADAL" clId="{012AB72B-1682-4154-96B1-6B0B62BFAAF6}" dt="2026-03-17T10:12:06.072" v="1993"/>
          <ac:spMkLst>
            <pc:docMk/>
            <pc:sldMk cId="2357582191" sldId="2147474981"/>
            <ac:spMk id="69" creationId="{E687DB03-FDDD-C8EE-785E-C958430B0618}"/>
          </ac:spMkLst>
        </pc:spChg>
        <pc:spChg chg="mod ord">
          <ac:chgData name="Dhingra, Dinesh" userId="3f4b9095-29d7-44e5-a12b-216b3dceab11" providerId="ADAL" clId="{012AB72B-1682-4154-96B1-6B0B62BFAAF6}" dt="2026-03-17T10:12:06.072" v="1995"/>
          <ac:spMkLst>
            <pc:docMk/>
            <pc:sldMk cId="2357582191" sldId="2147474981"/>
            <ac:spMk id="95" creationId="{F1D18A61-C3CA-FFC2-CEBB-5BD5220E685A}"/>
          </ac:spMkLst>
        </pc:spChg>
        <pc:spChg chg="mod ord">
          <ac:chgData name="Dhingra, Dinesh" userId="3f4b9095-29d7-44e5-a12b-216b3dceab11" providerId="ADAL" clId="{012AB72B-1682-4154-96B1-6B0B62BFAAF6}" dt="2026-03-17T10:12:06.072" v="1997"/>
          <ac:spMkLst>
            <pc:docMk/>
            <pc:sldMk cId="2357582191" sldId="2147474981"/>
            <ac:spMk id="96" creationId="{3C859E1B-1DC8-2A97-9006-54430553528B}"/>
          </ac:spMkLst>
        </pc:spChg>
        <pc:grpChg chg="mod ord">
          <ac:chgData name="Dhingra, Dinesh" userId="3f4b9095-29d7-44e5-a12b-216b3dceab11" providerId="ADAL" clId="{012AB72B-1682-4154-96B1-6B0B62BFAAF6}" dt="2026-03-17T10:12:06.056" v="1957"/>
          <ac:grpSpMkLst>
            <pc:docMk/>
            <pc:sldMk cId="2357582191" sldId="2147474981"/>
            <ac:grpSpMk id="21" creationId="{74E9FC97-E291-6C97-A3BB-5BA3CAB6ABEA}"/>
          </ac:grpSpMkLst>
        </pc:grpChg>
        <pc:grpChg chg="mod">
          <ac:chgData name="Dhingra, Dinesh" userId="3f4b9095-29d7-44e5-a12b-216b3dceab11" providerId="ADAL" clId="{012AB72B-1682-4154-96B1-6B0B62BFAAF6}" dt="2026-03-17T10:12:06.056" v="1949"/>
          <ac:grpSpMkLst>
            <pc:docMk/>
            <pc:sldMk cId="2357582191" sldId="2147474981"/>
            <ac:grpSpMk id="42" creationId="{49CC046D-20CC-3E74-D479-F2A718746F6E}"/>
          </ac:grpSpMkLst>
        </pc:grpChg>
        <pc:grpChg chg="mod">
          <ac:chgData name="Dhingra, Dinesh" userId="3f4b9095-29d7-44e5-a12b-216b3dceab11" providerId="ADAL" clId="{012AB72B-1682-4154-96B1-6B0B62BFAAF6}" dt="2026-03-17T10:12:06.056" v="1948"/>
          <ac:grpSpMkLst>
            <pc:docMk/>
            <pc:sldMk cId="2357582191" sldId="2147474981"/>
            <ac:grpSpMk id="43" creationId="{50F33E3D-B18E-0BA3-C9CA-3D05A9204EFD}"/>
          </ac:grpSpMkLst>
        </pc:grpChg>
        <pc:graphicFrameChg chg="del">
          <ac:chgData name="Dhingra, Dinesh" userId="3f4b9095-29d7-44e5-a12b-216b3dceab11" providerId="ADAL" clId="{012AB72B-1682-4154-96B1-6B0B62BFAAF6}" dt="2026-03-17T10:07:32.744" v="1101"/>
          <ac:graphicFrameMkLst>
            <pc:docMk/>
            <pc:sldMk cId="2357582191" sldId="2147474981"/>
            <ac:graphicFrameMk id="10" creationId="{8BCF732E-EE81-E981-5B13-0277579977AE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12:06.016" v="1942"/>
          <ac:graphicFrameMkLst>
            <pc:docMk/>
            <pc:sldMk cId="2357582191" sldId="2147474981"/>
            <ac:graphicFrameMk id="15" creationId="{110D8664-06F5-BDF4-E91B-A66B3030B6D1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12:06.072" v="1999"/>
          <ac:graphicFrameMkLst>
            <pc:docMk/>
            <pc:sldMk cId="2357582191" sldId="2147474981"/>
            <ac:graphicFrameMk id="16" creationId="{BAA178F7-80BA-6FB0-DE07-1047C3B848DE}"/>
          </ac:graphicFrameMkLst>
        </pc:graphicFrameChg>
        <pc:graphicFrameChg chg="mod ord">
          <ac:chgData name="Dhingra, Dinesh" userId="3f4b9095-29d7-44e5-a12b-216b3dceab11" providerId="ADAL" clId="{012AB72B-1682-4154-96B1-6B0B62BFAAF6}" dt="2026-03-17T10:12:06.056" v="1951"/>
          <ac:graphicFrameMkLst>
            <pc:docMk/>
            <pc:sldMk cId="2357582191" sldId="2147474981"/>
            <ac:graphicFrameMk id="36" creationId="{B5D57EFF-31A9-31BB-1FE7-BD8D9098D365}"/>
          </ac:graphicFrameMkLst>
        </pc:graphicFrameChg>
        <pc:graphicFrameChg chg="mod">
          <ac:chgData name="Dhingra, Dinesh" userId="3f4b9095-29d7-44e5-a12b-216b3dceab11" providerId="ADAL" clId="{012AB72B-1682-4154-96B1-6B0B62BFAAF6}" dt="2026-03-17T10:12:06.072" v="2001"/>
          <ac:graphicFrameMkLst>
            <pc:docMk/>
            <pc:sldMk cId="2357582191" sldId="2147474981"/>
            <ac:graphicFrameMk id="38" creationId="{CB67A07D-91E0-C6CC-50E5-C80382070637}"/>
          </ac:graphicFrameMkLst>
        </pc:graphicFrameChg>
        <pc:cxnChg chg="mod ord">
          <ac:chgData name="Dhingra, Dinesh" userId="3f4b9095-29d7-44e5-a12b-216b3dceab11" providerId="ADAL" clId="{012AB72B-1682-4154-96B1-6B0B62BFAAF6}" dt="2026-03-17T10:12:06.056" v="1959"/>
          <ac:cxnSpMkLst>
            <pc:docMk/>
            <pc:sldMk cId="2357582191" sldId="2147474981"/>
            <ac:cxnSpMk id="7" creationId="{12338A68-5482-F4D1-1DC6-AA4560BF793B}"/>
          </ac:cxnSpMkLst>
        </pc:cxnChg>
        <pc:cxnChg chg="mod ord">
          <ac:chgData name="Dhingra, Dinesh" userId="3f4b9095-29d7-44e5-a12b-216b3dceab11" providerId="ADAL" clId="{012AB72B-1682-4154-96B1-6B0B62BFAAF6}" dt="2026-03-17T10:12:06.056" v="1965"/>
          <ac:cxnSpMkLst>
            <pc:docMk/>
            <pc:sldMk cId="2357582191" sldId="2147474981"/>
            <ac:cxnSpMk id="11" creationId="{522D36CB-16D0-EEDA-B216-30359ED4881A}"/>
          </ac:cxnSpMkLst>
        </pc:cxnChg>
        <pc:cxnChg chg="mod ord">
          <ac:chgData name="Dhingra, Dinesh" userId="3f4b9095-29d7-44e5-a12b-216b3dceab11" providerId="ADAL" clId="{012AB72B-1682-4154-96B1-6B0B62BFAAF6}" dt="2026-03-17T10:12:06.072" v="1971"/>
          <ac:cxnSpMkLst>
            <pc:docMk/>
            <pc:sldMk cId="2357582191" sldId="2147474981"/>
            <ac:cxnSpMk id="50" creationId="{5D7FD97D-0C67-C18F-6D80-5828D512924B}"/>
          </ac:cxnSpMkLst>
        </pc:cxnChg>
        <pc:cxnChg chg="mod ord">
          <ac:chgData name="Dhingra, Dinesh" userId="3f4b9095-29d7-44e5-a12b-216b3dceab11" providerId="ADAL" clId="{012AB72B-1682-4154-96B1-6B0B62BFAAF6}" dt="2026-03-17T10:12:06.072" v="1977"/>
          <ac:cxnSpMkLst>
            <pc:docMk/>
            <pc:sldMk cId="2357582191" sldId="2147474981"/>
            <ac:cxnSpMk id="54" creationId="{BF64513D-4D34-B282-E7CA-5DED8E4B5AF2}"/>
          </ac:cxnSpMkLst>
        </pc:cxnChg>
        <pc:cxnChg chg="mod ord">
          <ac:chgData name="Dhingra, Dinesh" userId="3f4b9095-29d7-44e5-a12b-216b3dceab11" providerId="ADAL" clId="{012AB72B-1682-4154-96B1-6B0B62BFAAF6}" dt="2026-03-17T10:12:06.072" v="1983"/>
          <ac:cxnSpMkLst>
            <pc:docMk/>
            <pc:sldMk cId="2357582191" sldId="2147474981"/>
            <ac:cxnSpMk id="58" creationId="{D586069A-5C0C-C231-A6F5-E629EE98ADAB}"/>
          </ac:cxnSpMkLst>
        </pc:cxnChg>
        <pc:cxnChg chg="mod ord">
          <ac:chgData name="Dhingra, Dinesh" userId="3f4b9095-29d7-44e5-a12b-216b3dceab11" providerId="ADAL" clId="{012AB72B-1682-4154-96B1-6B0B62BFAAF6}" dt="2026-03-17T10:12:06.072" v="1989"/>
          <ac:cxnSpMkLst>
            <pc:docMk/>
            <pc:sldMk cId="2357582191" sldId="2147474981"/>
            <ac:cxnSpMk id="67" creationId="{62CE2A79-DC51-595D-6860-2B38A6764FC4}"/>
          </ac:cxnSpMkLst>
        </pc:cxnChg>
      </pc:sldChg>
      <pc:sldChg chg="add del">
        <pc:chgData name="Dhingra, Dinesh" userId="3f4b9095-29d7-44e5-a12b-216b3dceab11" providerId="ADAL" clId="{012AB72B-1682-4154-96B1-6B0B62BFAAF6}" dt="2026-03-17T10:12:13.628" v="2002" actId="47"/>
        <pc:sldMkLst>
          <pc:docMk/>
          <pc:sldMk cId="126014604" sldId="21474749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heme" Target="../theme/theme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0D0B7-D84F-4D7F-A50B-146B1CA5EE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AC5CC-BB4F-44A4-ADFE-C57A55811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8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E25A-40DA-8332-71F9-10CBBD62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EF0F7-23A6-8BF7-C589-53F8AC351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DA762-F59E-F225-3FB0-E0BA2D72C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9902A-3D96-3F12-3013-709536762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D6511-97F4-4C94-B993-296239BB7A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6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6E8F6-7CDE-4FA3-B1FE-3C1CD576F9B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1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10" Type="http://schemas.openxmlformats.org/officeDocument/2006/relationships/image" Target="../media/image4.png"/><Relationship Id="rId4" Type="http://schemas.openxmlformats.org/officeDocument/2006/relationships/tags" Target="../tags/tag16.xml"/><Relationship Id="rId9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.emf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5.jpe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>
            <p:custDataLst>
              <p:tags r:id="rId2"/>
            </p:custDataLst>
          </p:nvPr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>
            <p:custDataLst>
              <p:tags r:id="rId3"/>
            </p:custDataLst>
          </p:nvPr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  <p:custDataLst>
              <p:tags r:id="rId4"/>
            </p:custDataLst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ct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>
            <p:custDataLst>
              <p:tags r:id="rId2"/>
            </p:custDataLst>
          </p:nvPr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Plus B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7472" y="164591"/>
            <a:ext cx="11521440" cy="1097280"/>
          </a:xfrm>
        </p:spPr>
        <p:txBody>
          <a:bodyPr anchor="ctr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Number">
            <a:extLst>
              <a:ext uri="{FF2B5EF4-FFF2-40B4-BE49-F238E27FC236}">
                <a16:creationId xmlns:a16="http://schemas.microsoft.com/office/drawing/2014/main" id="{DFC0C6AE-CDF8-DD8B-9C72-D0AAA777797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1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BainLogo">
            <a:extLst>
              <a:ext uri="{FF2B5EF4-FFF2-40B4-BE49-F238E27FC236}">
                <a16:creationId xmlns:a16="http://schemas.microsoft.com/office/drawing/2014/main" id="{E9B320E3-CFB6-5DE6-351E-8D7BE3F41E16}"/>
              </a:ext>
            </a:extLst>
          </p:cNvPr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319297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us_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F531B4-A808-4656-B8BC-1755B57F2398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800294"/>
            <a:ext cx="12192000" cy="6731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508056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CC4EC58-7227-0F41-7508-78B034E42F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1198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C4EC58-7227-0F41-7508-78B034E42F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tfpPhotoGeneric442375">
            <a:extLst>
              <a:ext uri="{FF2B5EF4-FFF2-40B4-BE49-F238E27FC236}">
                <a16:creationId xmlns:a16="http://schemas.microsoft.com/office/drawing/2014/main" id="{C5E17635-0D0E-D570-557D-C8104000348A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47" b="12280"/>
          <a:stretch>
            <a:fillRect/>
          </a:stretch>
        </p:blipFill>
        <p:spPr>
          <a:xfrm flipH="1" flipV="1">
            <a:off x="10" y="-1496"/>
            <a:ext cx="12191990" cy="876255"/>
          </a:xfrm>
          <a:prstGeom prst="rect">
            <a:avLst/>
          </a:prstGeom>
          <a:ln>
            <a:noFill/>
          </a:ln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35DEA67B-C067-1CBD-0FCD-7317665FA7E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34963" y="1"/>
            <a:ext cx="11515661" cy="87668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500009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6.xml"/><Relationship Id="rId18" Type="http://schemas.openxmlformats.org/officeDocument/2006/relationships/tags" Target="../tags/tag1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5.xml"/><Relationship Id="rId17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9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8.xml"/><Relationship Id="rId23" Type="http://schemas.openxmlformats.org/officeDocument/2006/relationships/image" Target="../media/image3.png"/><Relationship Id="rId10" Type="http://schemas.openxmlformats.org/officeDocument/2006/relationships/tags" Target="../tags/tag3.xml"/><Relationship Id="rId19" Type="http://schemas.openxmlformats.org/officeDocument/2006/relationships/tags" Target="../tags/tag1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606" imgH="608" progId="TCLayout.ActiveDocument.1">
                  <p:embed/>
                </p:oleObj>
              </mc:Choice>
              <mc:Fallback>
                <p:oleObj name="think-cell Slide" r:id="rId20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10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>
            <p:custDataLst>
              <p:tags r:id="rId11"/>
            </p:custDataLst>
          </p:nvPr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>
            <p:custDataLst>
              <p:tags r:id="rId13"/>
            </p:custDataLst>
          </p:nvPr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7" name="OfficeCode"/>
          <p:cNvSpPr/>
          <p:nvPr userDrawn="1">
            <p:custDataLst>
              <p:tags r:id="rId14"/>
            </p:custDataLst>
          </p:nvPr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>
            <p:custDataLst>
              <p:tags r:id="rId16"/>
            </p:custDataLst>
          </p:nvPr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>
            <p:custDataLst>
              <p:tags r:id="rId18"/>
            </p:custDataLst>
          </p:nvPr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84" r:id="rId6"/>
    <p:sldLayoutId id="2147483685" r:id="rId7"/>
  </p:sldLayoutIdLst>
  <p:transition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emf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1EB12A2E-D185-AC6C-0369-104B1BE99A9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927676">
              <a:extLst>
                <a:ext uri="{FF2B5EF4-FFF2-40B4-BE49-F238E27FC236}">
                  <a16:creationId xmlns:a16="http://schemas.microsoft.com/office/drawing/2014/main" id="{F27EE1FB-9278-AC70-01C6-46F32C323B0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937728">
              <a:extLst>
                <a:ext uri="{FF2B5EF4-FFF2-40B4-BE49-F238E27FC236}">
                  <a16:creationId xmlns:a16="http://schemas.microsoft.com/office/drawing/2014/main" id="{885173EB-916A-1A7F-CED0-0F368EF6C55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785823">
              <a:extLst>
                <a:ext uri="{FF2B5EF4-FFF2-40B4-BE49-F238E27FC236}">
                  <a16:creationId xmlns:a16="http://schemas.microsoft.com/office/drawing/2014/main" id="{358BE3B4-CB6C-9CAC-BEB1-FF638A9ACFB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536492">
              <a:extLst>
                <a:ext uri="{FF2B5EF4-FFF2-40B4-BE49-F238E27FC236}">
                  <a16:creationId xmlns:a16="http://schemas.microsoft.com/office/drawing/2014/main" id="{B036B876-71E1-083C-7D23-205BDA62FC3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ColumnIndicatorGroup1">
            <a:extLst>
              <a:ext uri="{FF2B5EF4-FFF2-40B4-BE49-F238E27FC236}">
                <a16:creationId xmlns:a16="http://schemas.microsoft.com/office/drawing/2014/main" id="{90481052-BB9B-0761-D2DD-10613BCBF56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1" name="btfpColumnGapBlocker969826">
              <a:extLst>
                <a:ext uri="{FF2B5EF4-FFF2-40B4-BE49-F238E27FC236}">
                  <a16:creationId xmlns:a16="http://schemas.microsoft.com/office/drawing/2014/main" id="{3B942022-6D9F-A201-4541-63BFC8A8384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9" name="btfpColumnGapBlocker588211">
              <a:extLst>
                <a:ext uri="{FF2B5EF4-FFF2-40B4-BE49-F238E27FC236}">
                  <a16:creationId xmlns:a16="http://schemas.microsoft.com/office/drawing/2014/main" id="{866BF1A4-D55C-8F73-EF87-C7601D22A8B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125468">
              <a:extLst>
                <a:ext uri="{FF2B5EF4-FFF2-40B4-BE49-F238E27FC236}">
                  <a16:creationId xmlns:a16="http://schemas.microsoft.com/office/drawing/2014/main" id="{558907ED-CC7C-B28A-E55D-E67DF8ADEAD1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261610">
              <a:extLst>
                <a:ext uri="{FF2B5EF4-FFF2-40B4-BE49-F238E27FC236}">
                  <a16:creationId xmlns:a16="http://schemas.microsoft.com/office/drawing/2014/main" id="{703EB191-A4D6-C89B-5B52-3CC602AFFD8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69FDFFD3-249A-3228-1F32-5382D4510C9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95954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FDFFD3-249A-3228-1F32-5382D4510C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3AC0CA16-8ACF-E6CE-9274-CBFB62427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Jan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3354F3-11BE-0BD3-CBAC-C5AFC535E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err="1"/>
              <a:t>Legalitas</a:t>
            </a:r>
            <a:r>
              <a:rPr lang="en-US"/>
              <a:t> AI Program Health Check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FD9224-B4EE-EAD5-C90C-07FC534A34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324" y="4117164"/>
            <a:ext cx="2697285" cy="6032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37896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19B70-F51E-E848-A78B-D2C74750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btfpColumnIndicatorGroup2">
            <a:extLst>
              <a:ext uri="{FF2B5EF4-FFF2-40B4-BE49-F238E27FC236}">
                <a16:creationId xmlns:a16="http://schemas.microsoft.com/office/drawing/2014/main" id="{DC2E3269-0196-95D5-BF4D-A803A2AB722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62" name="btfpColumnGapBlocker691087">
              <a:extLst>
                <a:ext uri="{FF2B5EF4-FFF2-40B4-BE49-F238E27FC236}">
                  <a16:creationId xmlns:a16="http://schemas.microsoft.com/office/drawing/2014/main" id="{31FFE546-8B35-D20B-530F-35DD3BF32A1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9" name="btfpColumnGapBlocker313458">
              <a:extLst>
                <a:ext uri="{FF2B5EF4-FFF2-40B4-BE49-F238E27FC236}">
                  <a16:creationId xmlns:a16="http://schemas.microsoft.com/office/drawing/2014/main" id="{65FD5A99-0A8B-02D3-ACE0-C639755D36D5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6" name="btfpColumnIndicator726104">
              <a:extLst>
                <a:ext uri="{FF2B5EF4-FFF2-40B4-BE49-F238E27FC236}">
                  <a16:creationId xmlns:a16="http://schemas.microsoft.com/office/drawing/2014/main" id="{DE0B9D2B-FEE9-5E49-5C46-E14D6830F52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btfpColumnIndicator123489">
              <a:extLst>
                <a:ext uri="{FF2B5EF4-FFF2-40B4-BE49-F238E27FC236}">
                  <a16:creationId xmlns:a16="http://schemas.microsoft.com/office/drawing/2014/main" id="{B8A1C69A-4A80-1717-69B7-6432CBBADFA0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btfpColumnGapBlocker122472">
              <a:extLst>
                <a:ext uri="{FF2B5EF4-FFF2-40B4-BE49-F238E27FC236}">
                  <a16:creationId xmlns:a16="http://schemas.microsoft.com/office/drawing/2014/main" id="{2494EA9D-55E5-E4AC-3042-B3451E7BC677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698943">
              <a:extLst>
                <a:ext uri="{FF2B5EF4-FFF2-40B4-BE49-F238E27FC236}">
                  <a16:creationId xmlns:a16="http://schemas.microsoft.com/office/drawing/2014/main" id="{2FF06D11-9F94-B17B-78F7-B8575A9667EA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949502">
              <a:extLst>
                <a:ext uri="{FF2B5EF4-FFF2-40B4-BE49-F238E27FC236}">
                  <a16:creationId xmlns:a16="http://schemas.microsoft.com/office/drawing/2014/main" id="{692DB277-609C-0CF9-470E-D0C3D9ED1495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173030">
              <a:extLst>
                <a:ext uri="{FF2B5EF4-FFF2-40B4-BE49-F238E27FC236}">
                  <a16:creationId xmlns:a16="http://schemas.microsoft.com/office/drawing/2014/main" id="{39B0A402-6E06-0EB8-9389-CE0290CEEEF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9" name="btfpColumnIndicator691893">
              <a:extLst>
                <a:ext uri="{FF2B5EF4-FFF2-40B4-BE49-F238E27FC236}">
                  <a16:creationId xmlns:a16="http://schemas.microsoft.com/office/drawing/2014/main" id="{EE4B0D23-2090-C82A-88E8-83EB75A126DB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761152">
              <a:extLst>
                <a:ext uri="{FF2B5EF4-FFF2-40B4-BE49-F238E27FC236}">
                  <a16:creationId xmlns:a16="http://schemas.microsoft.com/office/drawing/2014/main" id="{3BE82BE4-69F2-EF8D-EE3F-7D0762B168BB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btfpColumnIndicatorGroup1">
            <a:extLst>
              <a:ext uri="{FF2B5EF4-FFF2-40B4-BE49-F238E27FC236}">
                <a16:creationId xmlns:a16="http://schemas.microsoft.com/office/drawing/2014/main" id="{4194CDBD-1E22-F703-0737-CFDD4B3212D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61" name="btfpColumnGapBlocker866366">
              <a:extLst>
                <a:ext uri="{FF2B5EF4-FFF2-40B4-BE49-F238E27FC236}">
                  <a16:creationId xmlns:a16="http://schemas.microsoft.com/office/drawing/2014/main" id="{9D28960B-2BEC-A3A1-A930-F53592B3FC7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8" name="btfpColumnGapBlocker919275">
              <a:extLst>
                <a:ext uri="{FF2B5EF4-FFF2-40B4-BE49-F238E27FC236}">
                  <a16:creationId xmlns:a16="http://schemas.microsoft.com/office/drawing/2014/main" id="{BCE909F1-97CB-4C4C-7CE0-BBA4179BD7DA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5" name="btfpColumnIndicator502558">
              <a:extLst>
                <a:ext uri="{FF2B5EF4-FFF2-40B4-BE49-F238E27FC236}">
                  <a16:creationId xmlns:a16="http://schemas.microsoft.com/office/drawing/2014/main" id="{C02C65A4-1256-8758-8BA2-86311D8E99A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btfpColumnIndicator728167">
              <a:extLst>
                <a:ext uri="{FF2B5EF4-FFF2-40B4-BE49-F238E27FC236}">
                  <a16:creationId xmlns:a16="http://schemas.microsoft.com/office/drawing/2014/main" id="{3A1EF829-8DC2-D40D-F4D6-78D3FCFABBE1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348937">
              <a:extLst>
                <a:ext uri="{FF2B5EF4-FFF2-40B4-BE49-F238E27FC236}">
                  <a16:creationId xmlns:a16="http://schemas.microsoft.com/office/drawing/2014/main" id="{0992468B-C3FE-32D9-AC27-66794370DC12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617258">
              <a:extLst>
                <a:ext uri="{FF2B5EF4-FFF2-40B4-BE49-F238E27FC236}">
                  <a16:creationId xmlns:a16="http://schemas.microsoft.com/office/drawing/2014/main" id="{42212B2C-B08A-C129-2A70-5C6BF4D52865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882596">
              <a:extLst>
                <a:ext uri="{FF2B5EF4-FFF2-40B4-BE49-F238E27FC236}">
                  <a16:creationId xmlns:a16="http://schemas.microsoft.com/office/drawing/2014/main" id="{68017927-2679-572A-26C6-F08CABF6B0A1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btfpColumnGapBlocker468746">
              <a:extLst>
                <a:ext uri="{FF2B5EF4-FFF2-40B4-BE49-F238E27FC236}">
                  <a16:creationId xmlns:a16="http://schemas.microsoft.com/office/drawing/2014/main" id="{D1B61D10-F336-EA0D-BE80-66AEC080C5D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8" name="btfpColumnIndicator903424">
              <a:extLst>
                <a:ext uri="{FF2B5EF4-FFF2-40B4-BE49-F238E27FC236}">
                  <a16:creationId xmlns:a16="http://schemas.microsoft.com/office/drawing/2014/main" id="{975A9F61-2873-BE25-1885-81243CA804E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471879">
              <a:extLst>
                <a:ext uri="{FF2B5EF4-FFF2-40B4-BE49-F238E27FC236}">
                  <a16:creationId xmlns:a16="http://schemas.microsoft.com/office/drawing/2014/main" id="{64FC3846-9A9B-A60D-BBF5-09C600BEC73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F2C71F00-AA35-650D-4224-82D232E1A66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287111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06" imgH="608" progId="TCLayout.ActiveDocument.1">
                  <p:embed/>
                </p:oleObj>
              </mc:Choice>
              <mc:Fallback>
                <p:oleObj name="think-cell Slide" r:id="rId6" imgW="606" imgH="608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C71F00-AA35-650D-4224-82D232E1A6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Rectangle 4106">
            <a:extLst>
              <a:ext uri="{FF2B5EF4-FFF2-40B4-BE49-F238E27FC236}">
                <a16:creationId xmlns:a16="http://schemas.microsoft.com/office/drawing/2014/main" id="{307897C1-C2FF-AE13-E171-811C408F23C9}"/>
              </a:ext>
            </a:extLst>
          </p:cNvPr>
          <p:cNvSpPr/>
          <p:nvPr/>
        </p:nvSpPr>
        <p:spPr bwMode="gray">
          <a:xfrm>
            <a:off x="4850872" y="911095"/>
            <a:ext cx="1461972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Client:</a:t>
            </a:r>
          </a:p>
        </p:txBody>
      </p:sp>
      <p:sp>
        <p:nvSpPr>
          <p:cNvPr id="4101" name="Rectangle 4100">
            <a:extLst>
              <a:ext uri="{FF2B5EF4-FFF2-40B4-BE49-F238E27FC236}">
                <a16:creationId xmlns:a16="http://schemas.microsoft.com/office/drawing/2014/main" id="{F09CC47D-8F7E-D507-F36F-06CB22C33D0D}"/>
              </a:ext>
            </a:extLst>
          </p:cNvPr>
          <p:cNvSpPr/>
          <p:nvPr/>
        </p:nvSpPr>
        <p:spPr bwMode="gray">
          <a:xfrm>
            <a:off x="6534152" y="911095"/>
            <a:ext cx="5327648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Peers:</a:t>
            </a:r>
          </a:p>
        </p:txBody>
      </p:sp>
      <p:graphicFrame>
        <p:nvGraphicFramePr>
          <p:cNvPr id="231" name="Table 230">
            <a:extLst>
              <a:ext uri="{FF2B5EF4-FFF2-40B4-BE49-F238E27FC236}">
                <a16:creationId xmlns:a16="http://schemas.microsoft.com/office/drawing/2014/main" id="{9C7ACB27-2211-FAA6-4409-1A55E739ECA3}"/>
              </a:ext>
            </a:extLst>
          </p:cNvPr>
          <p:cNvGraphicFramePr>
            <a:graphicFrameLocks noGrp="1"/>
          </p:cNvGraphicFramePr>
          <p:nvPr/>
        </p:nvGraphicFramePr>
        <p:xfrm>
          <a:off x="336272" y="1311654"/>
          <a:ext cx="11533439" cy="5032662"/>
        </p:xfrm>
        <a:graphic>
          <a:graphicData uri="http://schemas.openxmlformats.org/drawingml/2006/table">
            <a:tbl>
              <a:tblPr/>
              <a:tblGrid>
                <a:gridCol w="1079778">
                  <a:extLst>
                    <a:ext uri="{9D8B030D-6E8A-4147-A177-3AD203B41FA5}">
                      <a16:colId xmlns:a16="http://schemas.microsoft.com/office/drawing/2014/main" val="4237268334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1166348168"/>
                    </a:ext>
                  </a:extLst>
                </a:gridCol>
                <a:gridCol w="5213358">
                  <a:extLst>
                    <a:ext uri="{9D8B030D-6E8A-4147-A177-3AD203B41FA5}">
                      <a16:colId xmlns:a16="http://schemas.microsoft.com/office/drawing/2014/main" val="2610020992"/>
                    </a:ext>
                  </a:extLst>
                </a:gridCol>
                <a:gridCol w="1121830">
                  <a:extLst>
                    <a:ext uri="{9D8B030D-6E8A-4147-A177-3AD203B41FA5}">
                      <a16:colId xmlns:a16="http://schemas.microsoft.com/office/drawing/2014/main" val="1277276314"/>
                    </a:ext>
                  </a:extLst>
                </a:gridCol>
                <a:gridCol w="1121831">
                  <a:extLst>
                    <a:ext uri="{9D8B030D-6E8A-4147-A177-3AD203B41FA5}">
                      <a16:colId xmlns:a16="http://schemas.microsoft.com/office/drawing/2014/main" val="2349578358"/>
                    </a:ext>
                  </a:extLst>
                </a:gridCol>
                <a:gridCol w="1104342">
                  <a:extLst>
                    <a:ext uri="{9D8B030D-6E8A-4147-A177-3AD203B41FA5}">
                      <a16:colId xmlns:a16="http://schemas.microsoft.com/office/drawing/2014/main" val="799343379"/>
                    </a:ext>
                  </a:extLst>
                </a:gridCol>
              </a:tblGrid>
              <a:tr h="27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Dimension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Indicator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Description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3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44392"/>
                  </a:ext>
                </a:extLst>
              </a:tr>
              <a:tr h="431891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Leadership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4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Vision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Inspiring, business-aligned objectives evolves with technology and steers priorities.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27523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Sponsorship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Senior executive champions and drives the AI agenda, ensuring resources and alignment.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594854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Innovation Culture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Organization-wide expectation and support for safe, ambitious AI experimentation led by visible role models.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57187"/>
                  </a:ext>
                </a:extLst>
              </a:tr>
              <a:tr h="431891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Big Bets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1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Realized impact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Deployed AI solutions deliver validated outcomes versus baselines and targets, reflected financially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064794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Ops efficiency &amp; Customer engagement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Select few high-value processes, functions or journeys redesigned end-to-end with goals and tracking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39087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New business models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Structured discovery and incubation of AI-enabled products, services, and business-model innovations, with owners and funding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29728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AI individual productivity tools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Securely deploy AI broad-purpose tools (</a:t>
                      </a:r>
                      <a:r>
                        <a:rPr lang="en-US" sz="1000" u="none" strike="noStrike" err="1">
                          <a:effectLst/>
                        </a:rPr>
                        <a:t>e.g</a:t>
                      </a:r>
                      <a:r>
                        <a:rPr lang="en-US" sz="1000" u="none" strike="noStrike">
                          <a:effectLst/>
                        </a:rPr>
                        <a:t> ChatGPT Enterprise, MSFT Co-pilot) enterprise-wide with role-based access, enablement, adoption telemetry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590763"/>
                  </a:ext>
                </a:extLst>
              </a:tr>
              <a:tr h="431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Op. Model &amp; Governance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structures &amp; ways of working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Enterprise-approved AI tools, training, and KPIs empower safe, widespread adoption across the workforce.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0892"/>
                  </a:ext>
                </a:extLst>
              </a:tr>
              <a:tr h="431891">
                <a:tc rowSpan="3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Resources &amp; Funding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 talent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Funding and talent fluidly redirected to top AI priorities with transparent, rolling forecasts.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760192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Upskilling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Distinct, linked governance ensures stable operations and systematic AI transformation.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62157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Funding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Transparent, repeatable framework prioritizes and advances AI initiatives at pace.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31186"/>
                  </a:ext>
                </a:extLst>
              </a:tr>
            </a:tbl>
          </a:graphicData>
        </a:graphic>
      </p:graphicFrame>
      <p:sp>
        <p:nvSpPr>
          <p:cNvPr id="250" name="TextBox 249">
            <a:extLst>
              <a:ext uri="{FF2B5EF4-FFF2-40B4-BE49-F238E27FC236}">
                <a16:creationId xmlns:a16="http://schemas.microsoft.com/office/drawing/2014/main" id="{3F313B8F-DB04-3D47-0915-F0683CB663DB}"/>
              </a:ext>
            </a:extLst>
          </p:cNvPr>
          <p:cNvSpPr txBox="1"/>
          <p:nvPr/>
        </p:nvSpPr>
        <p:spPr bwMode="gray">
          <a:xfrm>
            <a:off x="9634706" y="1142851"/>
            <a:ext cx="1114044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 par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0757AA3-FAF1-3420-383E-B05D3099BDE0}"/>
              </a:ext>
            </a:extLst>
          </p:cNvPr>
          <p:cNvSpPr txBox="1"/>
          <p:nvPr/>
        </p:nvSpPr>
        <p:spPr bwMode="gray">
          <a:xfrm>
            <a:off x="8345632" y="1142851"/>
            <a:ext cx="1432411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Behind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4A14B2F-DEE1-F263-C40D-2D8D8B083529}"/>
              </a:ext>
            </a:extLst>
          </p:cNvPr>
          <p:cNvSpPr txBox="1"/>
          <p:nvPr/>
        </p:nvSpPr>
        <p:spPr bwMode="gray">
          <a:xfrm>
            <a:off x="10646619" y="1327517"/>
            <a:ext cx="1291841" cy="25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Ahead</a:t>
            </a:r>
          </a:p>
        </p:txBody>
      </p:sp>
      <p:grpSp>
        <p:nvGrpSpPr>
          <p:cNvPr id="4161" name="Group 4160">
            <a:extLst>
              <a:ext uri="{FF2B5EF4-FFF2-40B4-BE49-F238E27FC236}">
                <a16:creationId xmlns:a16="http://schemas.microsoft.com/office/drawing/2014/main" id="{0FE37C17-62A3-D496-800A-31C5719D82BF}"/>
              </a:ext>
            </a:extLst>
          </p:cNvPr>
          <p:cNvGrpSpPr/>
          <p:nvPr/>
        </p:nvGrpSpPr>
        <p:grpSpPr>
          <a:xfrm>
            <a:off x="8547099" y="1808200"/>
            <a:ext cx="3309938" cy="4339270"/>
            <a:chOff x="8547099" y="1808200"/>
            <a:chExt cx="3309938" cy="433927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826DF46-08DD-688F-8A99-9303C8E6A1E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180820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0A61A3-989C-08E8-A7E9-66D940BA782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2242127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C1BFA8-1DFE-FE1A-ED05-42D99E8DE37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2676054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1B8CED0-FF90-9DBC-3FD2-0E56C7BD2F4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3109981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37A871FA-F443-EEE4-77D2-7783E0D7ED7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3543908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BA2AFF68-409B-390F-6A8F-3AFC90836C4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099" y="3977835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4731153B-D3F1-40EB-E8E3-DBD34EA4686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4411762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038C3016-681F-887C-6BD1-F7D540855A6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4845689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3BFE009-7208-EE24-0E8B-DDA20F0415F4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5279616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DC82752B-61A7-C256-F9AF-127601E49D0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5713543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8897730B-9861-2C2F-0CE4-0D108C2B2B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614747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le 31">
            <a:extLst>
              <a:ext uri="{FF2B5EF4-FFF2-40B4-BE49-F238E27FC236}">
                <a16:creationId xmlns:a16="http://schemas.microsoft.com/office/drawing/2014/main" id="{6036F20F-E385-0827-3B1C-901C9D54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36" y="0"/>
            <a:ext cx="11522075" cy="876687"/>
          </a:xfrm>
        </p:spPr>
        <p:txBody>
          <a:bodyPr vert="horz"/>
          <a:lstStyle/>
          <a:p>
            <a:r>
              <a:rPr lang="en-US"/>
              <a:t>Outside-in benchmarking against Bain’s AI maturity framework shows </a:t>
            </a:r>
            <a:r>
              <a:rPr lang="en-US" err="1"/>
              <a:t>Legálitas</a:t>
            </a:r>
            <a:r>
              <a:rPr lang="en-US"/>
              <a:t> broadly in line with peers, with gaps in a few dimensions (1/2)</a:t>
            </a:r>
          </a:p>
        </p:txBody>
      </p:sp>
      <p:sp>
        <p:nvSpPr>
          <p:cNvPr id="28" name="AutoShape 10" descr="Mitsubishi Logo PNG Images - CleanPNG">
            <a:extLst>
              <a:ext uri="{FF2B5EF4-FFF2-40B4-BE49-F238E27FC236}">
                <a16:creationId xmlns:a16="http://schemas.microsoft.com/office/drawing/2014/main" id="{E625FC6D-F75D-A46C-E747-2C746D935A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btfpNotesBox761100">
            <a:extLst>
              <a:ext uri="{FF2B5EF4-FFF2-40B4-BE49-F238E27FC236}">
                <a16:creationId xmlns:a16="http://schemas.microsoft.com/office/drawing/2014/main" id="{08CEE84D-457A-0455-9F0A-7CC26E554B0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199" y="6344903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Benchmarking highlights readiness scores (behind, at-par, ahead) without emphasizing comparative rankings; peer placement does not reflect score rankings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Outside-in assessment based on publicly available information (company reports &amp; presentations, earnings calls, press releases, external reporting/analyst coverage) – GPT generated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236BED72-266A-DFD5-ABDB-C9522F1670C9}"/>
              </a:ext>
            </a:extLst>
          </p:cNvPr>
          <p:cNvCxnSpPr/>
          <p:nvPr/>
        </p:nvCxnSpPr>
        <p:spPr bwMode="gray">
          <a:xfrm>
            <a:off x="8547100" y="1278529"/>
            <a:ext cx="3314700" cy="0"/>
          </a:xfrm>
          <a:prstGeom prst="line">
            <a:avLst/>
          </a:prstGeom>
          <a:ln w="9525" cap="flat" cmpd="sng" algn="ctr">
            <a:solidFill>
              <a:srgbClr val="CC0000"/>
            </a:solidFill>
            <a:prstDash val="solid"/>
            <a:miter lim="800000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5574A0C6-E313-B234-4B17-E84DA20D3223}"/>
              </a:ext>
            </a:extLst>
          </p:cNvPr>
          <p:cNvSpPr txBox="1"/>
          <p:nvPr/>
        </p:nvSpPr>
        <p:spPr bwMode="gray">
          <a:xfrm>
            <a:off x="9523292" y="1182503"/>
            <a:ext cx="1340282" cy="1928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35908" tIns="35908" rIns="35908" bIns="35908" rtlCol="0" anchor="ctr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7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Readiness score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553547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4738-BF68-9AB8-A965-FA5D52F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btfpColumnIndicatorGroup2">
            <a:extLst>
              <a:ext uri="{FF2B5EF4-FFF2-40B4-BE49-F238E27FC236}">
                <a16:creationId xmlns:a16="http://schemas.microsoft.com/office/drawing/2014/main" id="{4E88C37A-2C81-11C8-2987-579E5036A0C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21" name="btfpColumnGapBlocker216236">
              <a:extLst>
                <a:ext uri="{FF2B5EF4-FFF2-40B4-BE49-F238E27FC236}">
                  <a16:creationId xmlns:a16="http://schemas.microsoft.com/office/drawing/2014/main" id="{46FA2BAC-F4FF-E9DD-0B8C-16713542DA6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19" name="btfpColumnGapBlocker427474">
              <a:extLst>
                <a:ext uri="{FF2B5EF4-FFF2-40B4-BE49-F238E27FC236}">
                  <a16:creationId xmlns:a16="http://schemas.microsoft.com/office/drawing/2014/main" id="{FA5D810A-C88B-D1B7-642B-8DA6B1864D41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95" name="btfpColumnIndicator380107">
              <a:extLst>
                <a:ext uri="{FF2B5EF4-FFF2-40B4-BE49-F238E27FC236}">
                  <a16:creationId xmlns:a16="http://schemas.microsoft.com/office/drawing/2014/main" id="{48FA017E-8672-FA84-6E3D-011DF802DCD6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btfpColumnIndicator500377">
              <a:extLst>
                <a:ext uri="{FF2B5EF4-FFF2-40B4-BE49-F238E27FC236}">
                  <a16:creationId xmlns:a16="http://schemas.microsoft.com/office/drawing/2014/main" id="{F114221D-F228-700B-D929-41BD7D300BC3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0" name="btfpColumnGapBlocker978447">
              <a:extLst>
                <a:ext uri="{FF2B5EF4-FFF2-40B4-BE49-F238E27FC236}">
                  <a16:creationId xmlns:a16="http://schemas.microsoft.com/office/drawing/2014/main" id="{DFCCC3AB-A036-DF30-5077-BA14A1A53DBB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87" name="btfpColumnIndicator195342">
              <a:extLst>
                <a:ext uri="{FF2B5EF4-FFF2-40B4-BE49-F238E27FC236}">
                  <a16:creationId xmlns:a16="http://schemas.microsoft.com/office/drawing/2014/main" id="{3B70FE6B-974B-3B47-33C5-3DD91CACC515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btfpColumnIndicator289435">
              <a:extLst>
                <a:ext uri="{FF2B5EF4-FFF2-40B4-BE49-F238E27FC236}">
                  <a16:creationId xmlns:a16="http://schemas.microsoft.com/office/drawing/2014/main" id="{1DA29372-22A0-1ADE-A6A4-364B64DDA4E9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btfpColumnGapBlocker607859">
              <a:extLst>
                <a:ext uri="{FF2B5EF4-FFF2-40B4-BE49-F238E27FC236}">
                  <a16:creationId xmlns:a16="http://schemas.microsoft.com/office/drawing/2014/main" id="{FD5AB8AF-219D-7F69-03B1-5744A79B0390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0" name="btfpColumnIndicator682031">
              <a:extLst>
                <a:ext uri="{FF2B5EF4-FFF2-40B4-BE49-F238E27FC236}">
                  <a16:creationId xmlns:a16="http://schemas.microsoft.com/office/drawing/2014/main" id="{B5296D2A-FA6A-8370-8867-AF96F16A67D5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btfpColumnIndicator689580">
              <a:extLst>
                <a:ext uri="{FF2B5EF4-FFF2-40B4-BE49-F238E27FC236}">
                  <a16:creationId xmlns:a16="http://schemas.microsoft.com/office/drawing/2014/main" id="{5D6861F4-12ED-6F47-E17A-6DC6480E579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3" name="btfpColumnIndicatorGroup1">
            <a:extLst>
              <a:ext uri="{FF2B5EF4-FFF2-40B4-BE49-F238E27FC236}">
                <a16:creationId xmlns:a16="http://schemas.microsoft.com/office/drawing/2014/main" id="{7710E9B7-BB75-A5AF-7495-4AFBE3D6CA2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20" name="btfpColumnGapBlocker476356">
              <a:extLst>
                <a:ext uri="{FF2B5EF4-FFF2-40B4-BE49-F238E27FC236}">
                  <a16:creationId xmlns:a16="http://schemas.microsoft.com/office/drawing/2014/main" id="{F9BA739E-DE9C-B3DB-CBF1-2878D66FB7E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18" name="btfpColumnGapBlocker757381">
              <a:extLst>
                <a:ext uri="{FF2B5EF4-FFF2-40B4-BE49-F238E27FC236}">
                  <a16:creationId xmlns:a16="http://schemas.microsoft.com/office/drawing/2014/main" id="{8A9CE0C6-0F26-7E89-779D-4E91034B735B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94" name="btfpColumnIndicator402259">
              <a:extLst>
                <a:ext uri="{FF2B5EF4-FFF2-40B4-BE49-F238E27FC236}">
                  <a16:creationId xmlns:a16="http://schemas.microsoft.com/office/drawing/2014/main" id="{FD666E9A-68BE-3514-FE92-867D7A96030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btfpColumnIndicator431535">
              <a:extLst>
                <a:ext uri="{FF2B5EF4-FFF2-40B4-BE49-F238E27FC236}">
                  <a16:creationId xmlns:a16="http://schemas.microsoft.com/office/drawing/2014/main" id="{87A13E37-2E8A-F52B-FC23-76C08AE65ED2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btfpColumnGapBlocker173012">
              <a:extLst>
                <a:ext uri="{FF2B5EF4-FFF2-40B4-BE49-F238E27FC236}">
                  <a16:creationId xmlns:a16="http://schemas.microsoft.com/office/drawing/2014/main" id="{AD632C37-67EF-5F28-1C62-8CEB062ECBB0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9" name="btfpColumnIndicator287334">
              <a:extLst>
                <a:ext uri="{FF2B5EF4-FFF2-40B4-BE49-F238E27FC236}">
                  <a16:creationId xmlns:a16="http://schemas.microsoft.com/office/drawing/2014/main" id="{10B93F6A-25E4-9ADC-85AE-C03BB4D363C5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btfpColumnIndicator670853">
              <a:extLst>
                <a:ext uri="{FF2B5EF4-FFF2-40B4-BE49-F238E27FC236}">
                  <a16:creationId xmlns:a16="http://schemas.microsoft.com/office/drawing/2014/main" id="{4AB51C05-FFF4-0F41-5573-1DAD3A146BBC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btfpColumnGapBlocker522277">
              <a:extLst>
                <a:ext uri="{FF2B5EF4-FFF2-40B4-BE49-F238E27FC236}">
                  <a16:creationId xmlns:a16="http://schemas.microsoft.com/office/drawing/2014/main" id="{88E76B3F-969A-1573-596D-9973BFEEC4C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9" name="btfpColumnIndicator785396">
              <a:extLst>
                <a:ext uri="{FF2B5EF4-FFF2-40B4-BE49-F238E27FC236}">
                  <a16:creationId xmlns:a16="http://schemas.microsoft.com/office/drawing/2014/main" id="{AC3FFC24-17E7-1A4E-EA8D-A3A7DC5D2C2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979675">
              <a:extLst>
                <a:ext uri="{FF2B5EF4-FFF2-40B4-BE49-F238E27FC236}">
                  <a16:creationId xmlns:a16="http://schemas.microsoft.com/office/drawing/2014/main" id="{62F3FCCB-49EE-45FB-8AFD-5DEB5E088B6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ACE271D7-A559-D04B-A539-9FB3DC11F19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1826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E271D7-A559-D04B-A539-9FB3DC11F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Table 230">
            <a:extLst>
              <a:ext uri="{FF2B5EF4-FFF2-40B4-BE49-F238E27FC236}">
                <a16:creationId xmlns:a16="http://schemas.microsoft.com/office/drawing/2014/main" id="{6DC8A481-BF10-74E7-1D8D-D5C68375C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58708"/>
              </p:ext>
            </p:extLst>
          </p:nvPr>
        </p:nvGraphicFramePr>
        <p:xfrm>
          <a:off x="336273" y="1311655"/>
          <a:ext cx="11520767" cy="5045008"/>
        </p:xfrm>
        <a:graphic>
          <a:graphicData uri="http://schemas.openxmlformats.org/drawingml/2006/table">
            <a:tbl>
              <a:tblPr/>
              <a:tblGrid>
                <a:gridCol w="1076959">
                  <a:extLst>
                    <a:ext uri="{9D8B030D-6E8A-4147-A177-3AD203B41FA5}">
                      <a16:colId xmlns:a16="http://schemas.microsoft.com/office/drawing/2014/main" val="4237268334"/>
                    </a:ext>
                  </a:extLst>
                </a:gridCol>
                <a:gridCol w="1887359">
                  <a:extLst>
                    <a:ext uri="{9D8B030D-6E8A-4147-A177-3AD203B41FA5}">
                      <a16:colId xmlns:a16="http://schemas.microsoft.com/office/drawing/2014/main" val="1166348168"/>
                    </a:ext>
                  </a:extLst>
                </a:gridCol>
                <a:gridCol w="5199745">
                  <a:extLst>
                    <a:ext uri="{9D8B030D-6E8A-4147-A177-3AD203B41FA5}">
                      <a16:colId xmlns:a16="http://schemas.microsoft.com/office/drawing/2014/main" val="2610020992"/>
                    </a:ext>
                  </a:extLst>
                </a:gridCol>
                <a:gridCol w="1118901">
                  <a:extLst>
                    <a:ext uri="{9D8B030D-6E8A-4147-A177-3AD203B41FA5}">
                      <a16:colId xmlns:a16="http://schemas.microsoft.com/office/drawing/2014/main" val="1277276314"/>
                    </a:ext>
                  </a:extLst>
                </a:gridCol>
                <a:gridCol w="1118902">
                  <a:extLst>
                    <a:ext uri="{9D8B030D-6E8A-4147-A177-3AD203B41FA5}">
                      <a16:colId xmlns:a16="http://schemas.microsoft.com/office/drawing/2014/main" val="2349578358"/>
                    </a:ext>
                  </a:extLst>
                </a:gridCol>
                <a:gridCol w="1118901">
                  <a:extLst>
                    <a:ext uri="{9D8B030D-6E8A-4147-A177-3AD203B41FA5}">
                      <a16:colId xmlns:a16="http://schemas.microsoft.com/office/drawing/2014/main" val="799343379"/>
                    </a:ext>
                  </a:extLst>
                </a:gridCol>
              </a:tblGrid>
              <a:tr h="2718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Dimension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Indicator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Description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3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44392"/>
                  </a:ext>
                </a:extLst>
              </a:tr>
              <a:tr h="390051">
                <a:tc rowSpan="3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Risk Management &amp; Controls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3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Risk identification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Proactively identify AI risks with guidance by use case and data sensitivity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27523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AI policy management &amp; communication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Accessible AI policies with ownership, version control, broad communication across the organization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594854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Responsible AI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Embed ethics, fairness, transparency, safety, accessibility throughout lifecycle with reviews and tooling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57187"/>
                  </a:ext>
                </a:extLst>
              </a:tr>
              <a:tr h="392708">
                <a:tc rowSpan="3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Development &amp; Deployment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74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Engineering practices &amp; </a:t>
                      </a:r>
                      <a:r>
                        <a:rPr lang="en-US" sz="10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MLOps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Modern engineering and </a:t>
                      </a:r>
                      <a:r>
                        <a:rPr lang="en-US" sz="1000" u="none" strike="noStrike" err="1">
                          <a:effectLst/>
                        </a:rPr>
                        <a:t>MLOps</a:t>
                      </a:r>
                      <a:r>
                        <a:rPr lang="en-US" sz="1000" u="none" strike="noStrike">
                          <a:effectLst/>
                        </a:rPr>
                        <a:t>: CI/CD, automated evaluation, safe deployment, observability, rollback, </a:t>
                      </a:r>
                      <a:r>
                        <a:rPr lang="en-US" sz="1000" u="none" strike="noStrike" err="1">
                          <a:effectLst/>
                        </a:rPr>
                        <a:t>IaC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064794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Evaluation &amp; monitoring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Standard evaluation of model quality, safety, adoption, experience, and business impact in production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39087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Scaling support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Platforms, playbooks, cadences enable scaling pilots across products and markets; leadership unblocks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29728"/>
                  </a:ext>
                </a:extLst>
              </a:tr>
              <a:tr h="390051">
                <a:tc rowSpan="4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Tech &amp; Data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B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Tech platform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Secure, scalable AI platform with core services, self-service capabilities, and cost controls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590763"/>
                  </a:ext>
                </a:extLst>
              </a:tr>
              <a:tr h="396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System integration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Standard, secure patterns enabling AI apps to read/write reliably with core systems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0892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readiness &amp; management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Discoverable, high-quality, governed structured and unstructured data accessible with appropriate controls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760192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security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Policies and technical controls protect AI data across training, inference, vendors, and egress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62157"/>
                  </a:ext>
                </a:extLst>
              </a:tr>
              <a:tr h="392708">
                <a:tc rowSpan="2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Partner Ecosystem &amp; External Alignment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Strategic partnerships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Purposeful ecosystem aligned to strategy with tiering, joint roadmaps, safeguards, exit options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31186"/>
                  </a:ext>
                </a:extLst>
              </a:tr>
              <a:tr h="4229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Regulatory &amp; industry engagement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Proactively engage regulators and bodies; translate outputs into policies, controls, product changes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99221"/>
                  </a:ext>
                </a:extLst>
              </a:tr>
            </a:tbl>
          </a:graphicData>
        </a:graphic>
      </p:graphicFrame>
      <p:sp>
        <p:nvSpPr>
          <p:cNvPr id="232" name="TextBox 231">
            <a:extLst>
              <a:ext uri="{FF2B5EF4-FFF2-40B4-BE49-F238E27FC236}">
                <a16:creationId xmlns:a16="http://schemas.microsoft.com/office/drawing/2014/main" id="{F5FAE59B-3176-1E09-E6A3-AB0D1E8E0F46}"/>
              </a:ext>
            </a:extLst>
          </p:cNvPr>
          <p:cNvSpPr txBox="1"/>
          <p:nvPr/>
        </p:nvSpPr>
        <p:spPr bwMode="gray">
          <a:xfrm>
            <a:off x="8345632" y="1142851"/>
            <a:ext cx="1432411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Behind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5766741-5ADA-F2E3-14EC-4A8B554AE6D7}"/>
              </a:ext>
            </a:extLst>
          </p:cNvPr>
          <p:cNvSpPr txBox="1"/>
          <p:nvPr/>
        </p:nvSpPr>
        <p:spPr bwMode="gray">
          <a:xfrm>
            <a:off x="10646619" y="1327517"/>
            <a:ext cx="1291841" cy="25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Ahead</a:t>
            </a:r>
          </a:p>
        </p:txBody>
      </p: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71E19AC5-17CE-D1C3-EA9D-52C8A895B8A8}"/>
              </a:ext>
            </a:extLst>
          </p:cNvPr>
          <p:cNvGrpSpPr/>
          <p:nvPr/>
        </p:nvGrpSpPr>
        <p:grpSpPr>
          <a:xfrm>
            <a:off x="8532835" y="1808200"/>
            <a:ext cx="3328966" cy="4339270"/>
            <a:chOff x="8532834" y="1808200"/>
            <a:chExt cx="3309937" cy="433927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9733095-3787-7FC9-2F1B-74470C01798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180820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8251029-71A7-104F-0C8C-0ED8A34452F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2202679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8BC84F5-1AC1-4DCB-6307-9CC2D0C560B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2597158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2EA1997-4357-9152-548B-E5F5F116BB8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2991637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CBC1789-0C64-584E-80A8-D393B1878C7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3386116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A67C01CC-F5CB-0E76-8CA8-5D728953BC7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3780595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7D446678-3624-DAF1-A91A-89C7AEB69C8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4175074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28FA8D3C-84E9-B1A9-7AA8-F318C84958C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4569553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EA4086F5-82C9-8516-EFBA-E71E8E08DC9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4964032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6EE9CE0-7543-39E4-8826-CFBE52DA680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5358511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23128A34-18B5-3284-4949-D22CBAC7EAA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575299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1703382-B37F-CE01-FE6D-797B687133F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614747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F853CC-1B4B-63D5-E836-D6F9993B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/>
              <a:t>Outside-in benchmarking against Bain’s AI maturity framework shows </a:t>
            </a:r>
            <a:r>
              <a:rPr lang="en-US" err="1"/>
              <a:t>Legálitas</a:t>
            </a:r>
            <a:r>
              <a:rPr lang="en-US"/>
              <a:t> broadly in line with peers, with gaps in a few dimensions (2/2)</a:t>
            </a:r>
            <a:endParaRPr lang="en-US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D084EC-5FB8-6C1A-A668-A4BA1067AD2F}"/>
              </a:ext>
            </a:extLst>
          </p:cNvPr>
          <p:cNvCxnSpPr/>
          <p:nvPr/>
        </p:nvCxnSpPr>
        <p:spPr bwMode="gray">
          <a:xfrm>
            <a:off x="8547100" y="1278529"/>
            <a:ext cx="3314700" cy="0"/>
          </a:xfrm>
          <a:prstGeom prst="line">
            <a:avLst/>
          </a:prstGeom>
          <a:ln w="9525" cap="flat" cmpd="sng" algn="ctr">
            <a:solidFill>
              <a:srgbClr val="CC0000"/>
            </a:solidFill>
            <a:prstDash val="solid"/>
            <a:miter lim="800000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16933A1-676C-18B6-22CA-9212B3005236}"/>
              </a:ext>
            </a:extLst>
          </p:cNvPr>
          <p:cNvSpPr txBox="1"/>
          <p:nvPr/>
        </p:nvSpPr>
        <p:spPr bwMode="gray">
          <a:xfrm>
            <a:off x="9523292" y="1182503"/>
            <a:ext cx="1340282" cy="1928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35908" tIns="35908" rIns="35908" bIns="35908" rtlCol="0" anchor="ctr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7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Readiness score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B97247-6B21-C474-F1EF-B0E95D85C53D}"/>
              </a:ext>
            </a:extLst>
          </p:cNvPr>
          <p:cNvSpPr txBox="1"/>
          <p:nvPr/>
        </p:nvSpPr>
        <p:spPr bwMode="gray">
          <a:xfrm>
            <a:off x="9634706" y="1142851"/>
            <a:ext cx="1114044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 par</a:t>
            </a:r>
          </a:p>
        </p:txBody>
      </p:sp>
      <p:sp>
        <p:nvSpPr>
          <p:cNvPr id="60" name="btfpNotesBox761100">
            <a:extLst>
              <a:ext uri="{FF2B5EF4-FFF2-40B4-BE49-F238E27FC236}">
                <a16:creationId xmlns:a16="http://schemas.microsoft.com/office/drawing/2014/main" id="{55AD37A0-D615-706C-1348-FEDCDD41DD6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199" y="6344903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Benchmarking highlights readiness scores (behind, at-par, ahead) without emphasizing comparative rankings; peer placement does not reflect score rankings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Outside-in assessment based on publicly available information (company reports &amp; presentations, earnings calls, press releases, external reporting/analyst coverage) – GPT generated</a:t>
            </a: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7E580554-F4F8-0597-B2D1-A881BED1C8F0}"/>
              </a:ext>
            </a:extLst>
          </p:cNvPr>
          <p:cNvSpPr/>
          <p:nvPr/>
        </p:nvSpPr>
        <p:spPr bwMode="gray">
          <a:xfrm>
            <a:off x="4850872" y="911095"/>
            <a:ext cx="1461972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Client: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B6CB2DE4-FC67-65E4-572E-F5B55C204182}"/>
              </a:ext>
            </a:extLst>
          </p:cNvPr>
          <p:cNvSpPr/>
          <p:nvPr/>
        </p:nvSpPr>
        <p:spPr bwMode="gray">
          <a:xfrm>
            <a:off x="6534152" y="911095"/>
            <a:ext cx="5327648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Peers: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45606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btfpColumnIndicatorGroup2">
            <a:extLst>
              <a:ext uri="{FF2B5EF4-FFF2-40B4-BE49-F238E27FC236}">
                <a16:creationId xmlns:a16="http://schemas.microsoft.com/office/drawing/2014/main" id="{C993F91E-DBEA-AFF3-8FA2-CADAA92F4D0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178978">
              <a:extLst>
                <a:ext uri="{FF2B5EF4-FFF2-40B4-BE49-F238E27FC236}">
                  <a16:creationId xmlns:a16="http://schemas.microsoft.com/office/drawing/2014/main" id="{8A9A568B-D2A5-FD39-BD3F-E76CA942352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2" name="btfpColumnGapBlocker152511">
              <a:extLst>
                <a:ext uri="{FF2B5EF4-FFF2-40B4-BE49-F238E27FC236}">
                  <a16:creationId xmlns:a16="http://schemas.microsoft.com/office/drawing/2014/main" id="{B0F73B01-AA27-F0DA-A3B7-D23E1A82BB2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490795">
              <a:extLst>
                <a:ext uri="{FF2B5EF4-FFF2-40B4-BE49-F238E27FC236}">
                  <a16:creationId xmlns:a16="http://schemas.microsoft.com/office/drawing/2014/main" id="{10E30550-D605-A0B0-C59D-B670AD88436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481284">
              <a:extLst>
                <a:ext uri="{FF2B5EF4-FFF2-40B4-BE49-F238E27FC236}">
                  <a16:creationId xmlns:a16="http://schemas.microsoft.com/office/drawing/2014/main" id="{59ECBB15-B090-2631-C9E0-9CDD50B23AA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btfpColumnIndicatorGroup1">
            <a:extLst>
              <a:ext uri="{FF2B5EF4-FFF2-40B4-BE49-F238E27FC236}">
                <a16:creationId xmlns:a16="http://schemas.microsoft.com/office/drawing/2014/main" id="{47C6CF37-389F-2090-929E-1B05A5434C3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388355">
              <a:extLst>
                <a:ext uri="{FF2B5EF4-FFF2-40B4-BE49-F238E27FC236}">
                  <a16:creationId xmlns:a16="http://schemas.microsoft.com/office/drawing/2014/main" id="{3B884806-BF85-EC67-9E88-D2F8DDF78DDC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400491">
              <a:extLst>
                <a:ext uri="{FF2B5EF4-FFF2-40B4-BE49-F238E27FC236}">
                  <a16:creationId xmlns:a16="http://schemas.microsoft.com/office/drawing/2014/main" id="{4B20A641-2E97-0AF1-5288-425C12C5F2C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785211">
              <a:extLst>
                <a:ext uri="{FF2B5EF4-FFF2-40B4-BE49-F238E27FC236}">
                  <a16:creationId xmlns:a16="http://schemas.microsoft.com/office/drawing/2014/main" id="{F1BFD40F-26F1-38E4-60AB-D2214E6ECDF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336858">
              <a:extLst>
                <a:ext uri="{FF2B5EF4-FFF2-40B4-BE49-F238E27FC236}">
                  <a16:creationId xmlns:a16="http://schemas.microsoft.com/office/drawing/2014/main" id="{EF51C6B4-9857-EC8E-B93F-4169904BF10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5AA935-9A01-B520-8071-69EE252D6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5AA935-9A01-B520-8071-69EE252D6AE7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EC4CB12C-05EB-38C6-04D3-0890C480F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0468" y="3244403"/>
            <a:ext cx="11517549" cy="2971201"/>
            <a:chOff x="340468" y="3244403"/>
            <a:chExt cx="11517549" cy="2971201"/>
          </a:xfrm>
        </p:grpSpPr>
        <p:sp>
          <p:nvSpPr>
            <p:cNvPr id="12" name="Freeform 11"/>
            <p:cNvSpPr/>
            <p:nvPr/>
          </p:nvSpPr>
          <p:spPr bwMode="gray">
            <a:xfrm>
              <a:off x="340468" y="3244403"/>
              <a:ext cx="11517549" cy="2232741"/>
            </a:xfrm>
            <a:custGeom>
              <a:avLst/>
              <a:gdLst>
                <a:gd name="connsiteX0" fmla="*/ 0 w 11517549"/>
                <a:gd name="connsiteY0" fmla="*/ 1887166 h 1887166"/>
                <a:gd name="connsiteX1" fmla="*/ 8171234 w 11517549"/>
                <a:gd name="connsiteY1" fmla="*/ 1887166 h 1887166"/>
                <a:gd name="connsiteX2" fmla="*/ 9105089 w 11517549"/>
                <a:gd name="connsiteY2" fmla="*/ 58366 h 1887166"/>
                <a:gd name="connsiteX3" fmla="*/ 7704306 w 11517549"/>
                <a:gd name="connsiteY3" fmla="*/ 204281 h 1887166"/>
                <a:gd name="connsiteX4" fmla="*/ 7247106 w 11517549"/>
                <a:gd name="connsiteY4" fmla="*/ 145915 h 1887166"/>
                <a:gd name="connsiteX5" fmla="*/ 9542834 w 11517549"/>
                <a:gd name="connsiteY5" fmla="*/ 0 h 1887166"/>
                <a:gd name="connsiteX6" fmla="*/ 8599251 w 11517549"/>
                <a:gd name="connsiteY6" fmla="*/ 1887166 h 1887166"/>
                <a:gd name="connsiteX7" fmla="*/ 11517549 w 11517549"/>
                <a:gd name="connsiteY7" fmla="*/ 1887166 h 1887166"/>
                <a:gd name="connsiteX0" fmla="*/ 0 w 11517549"/>
                <a:gd name="connsiteY0" fmla="*/ 1887166 h 1887166"/>
                <a:gd name="connsiteX1" fmla="*/ 8171234 w 11517549"/>
                <a:gd name="connsiteY1" fmla="*/ 1887166 h 1887166"/>
                <a:gd name="connsiteX2" fmla="*/ 9105089 w 11517549"/>
                <a:gd name="connsiteY2" fmla="*/ 58366 h 1887166"/>
                <a:gd name="connsiteX3" fmla="*/ 7704306 w 11517549"/>
                <a:gd name="connsiteY3" fmla="*/ 204281 h 1887166"/>
                <a:gd name="connsiteX4" fmla="*/ 7247106 w 11517549"/>
                <a:gd name="connsiteY4" fmla="*/ 145915 h 1887166"/>
                <a:gd name="connsiteX5" fmla="*/ 9542834 w 11517549"/>
                <a:gd name="connsiteY5" fmla="*/ 0 h 1887166"/>
                <a:gd name="connsiteX6" fmla="*/ 8599251 w 11517549"/>
                <a:gd name="connsiteY6" fmla="*/ 1887166 h 1887166"/>
                <a:gd name="connsiteX7" fmla="*/ 11517549 w 11517549"/>
                <a:gd name="connsiteY7" fmla="*/ 1887166 h 1887166"/>
                <a:gd name="connsiteX0" fmla="*/ 0 w 11517549"/>
                <a:gd name="connsiteY0" fmla="*/ 1887166 h 1887166"/>
                <a:gd name="connsiteX1" fmla="*/ 8171234 w 11517549"/>
                <a:gd name="connsiteY1" fmla="*/ 1887166 h 1887166"/>
                <a:gd name="connsiteX2" fmla="*/ 9105089 w 11517549"/>
                <a:gd name="connsiteY2" fmla="*/ 58366 h 1887166"/>
                <a:gd name="connsiteX3" fmla="*/ 7704306 w 11517549"/>
                <a:gd name="connsiteY3" fmla="*/ 204281 h 1887166"/>
                <a:gd name="connsiteX4" fmla="*/ 7247106 w 11517549"/>
                <a:gd name="connsiteY4" fmla="*/ 145915 h 1887166"/>
                <a:gd name="connsiteX5" fmla="*/ 9542834 w 11517549"/>
                <a:gd name="connsiteY5" fmla="*/ 0 h 1887166"/>
                <a:gd name="connsiteX6" fmla="*/ 8599251 w 11517549"/>
                <a:gd name="connsiteY6" fmla="*/ 1887166 h 1887166"/>
                <a:gd name="connsiteX7" fmla="*/ 11517549 w 11517549"/>
                <a:gd name="connsiteY7" fmla="*/ 1887166 h 1887166"/>
                <a:gd name="connsiteX0" fmla="*/ 0 w 11517549"/>
                <a:gd name="connsiteY0" fmla="*/ 1829905 h 1829905"/>
                <a:gd name="connsiteX1" fmla="*/ 8171234 w 11517549"/>
                <a:gd name="connsiteY1" fmla="*/ 1829905 h 1829905"/>
                <a:gd name="connsiteX2" fmla="*/ 9105089 w 11517549"/>
                <a:gd name="connsiteY2" fmla="*/ 1105 h 1829905"/>
                <a:gd name="connsiteX3" fmla="*/ 7704306 w 11517549"/>
                <a:gd name="connsiteY3" fmla="*/ 147020 h 1829905"/>
                <a:gd name="connsiteX4" fmla="*/ 7247106 w 11517549"/>
                <a:gd name="connsiteY4" fmla="*/ 88654 h 1829905"/>
                <a:gd name="connsiteX5" fmla="*/ 9244255 w 11517549"/>
                <a:gd name="connsiteY5" fmla="*/ 73368 h 1829905"/>
                <a:gd name="connsiteX6" fmla="*/ 8599251 w 11517549"/>
                <a:gd name="connsiteY6" fmla="*/ 1829905 h 1829905"/>
                <a:gd name="connsiteX7" fmla="*/ 11517549 w 11517549"/>
                <a:gd name="connsiteY7" fmla="*/ 1829905 h 1829905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244255 w 11517549"/>
                <a:gd name="connsiteY5" fmla="*/ 309957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244255 w 11517549"/>
                <a:gd name="connsiteY5" fmla="*/ 309957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244255 w 11517549"/>
                <a:gd name="connsiteY5" fmla="*/ 309957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527905 w 11517549"/>
                <a:gd name="connsiteY5" fmla="*/ 119613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527905 w 11517549"/>
                <a:gd name="connsiteY5" fmla="*/ 119613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5705 h 2065705"/>
                <a:gd name="connsiteX1" fmla="*/ 8171234 w 11517549"/>
                <a:gd name="connsiteY1" fmla="*/ 2065705 h 2065705"/>
                <a:gd name="connsiteX2" fmla="*/ 9105089 w 11517549"/>
                <a:gd name="connsiteY2" fmla="*/ 236905 h 2065705"/>
                <a:gd name="connsiteX3" fmla="*/ 7704306 w 11517549"/>
                <a:gd name="connsiteY3" fmla="*/ 382820 h 2065705"/>
                <a:gd name="connsiteX4" fmla="*/ 7247106 w 11517549"/>
                <a:gd name="connsiteY4" fmla="*/ 324454 h 2065705"/>
                <a:gd name="connsiteX5" fmla="*/ 9527905 w 11517549"/>
                <a:gd name="connsiteY5" fmla="*/ 118824 h 2065705"/>
                <a:gd name="connsiteX6" fmla="*/ 8599251 w 11517549"/>
                <a:gd name="connsiteY6" fmla="*/ 2065705 h 2065705"/>
                <a:gd name="connsiteX7" fmla="*/ 11517549 w 11517549"/>
                <a:gd name="connsiteY7" fmla="*/ 2065705 h 2065705"/>
                <a:gd name="connsiteX0" fmla="*/ 0 w 11517549"/>
                <a:gd name="connsiteY0" fmla="*/ 2065705 h 2065705"/>
                <a:gd name="connsiteX1" fmla="*/ 8171234 w 11517549"/>
                <a:gd name="connsiteY1" fmla="*/ 2065705 h 2065705"/>
                <a:gd name="connsiteX2" fmla="*/ 9105089 w 11517549"/>
                <a:gd name="connsiteY2" fmla="*/ 236905 h 2065705"/>
                <a:gd name="connsiteX3" fmla="*/ 7704306 w 11517549"/>
                <a:gd name="connsiteY3" fmla="*/ 382820 h 2065705"/>
                <a:gd name="connsiteX4" fmla="*/ 7247106 w 11517549"/>
                <a:gd name="connsiteY4" fmla="*/ 324454 h 2065705"/>
                <a:gd name="connsiteX5" fmla="*/ 9527905 w 11517549"/>
                <a:gd name="connsiteY5" fmla="*/ 118824 h 2065705"/>
                <a:gd name="connsiteX6" fmla="*/ 8599251 w 11517549"/>
                <a:gd name="connsiteY6" fmla="*/ 2065705 h 2065705"/>
                <a:gd name="connsiteX7" fmla="*/ 11517549 w 11517549"/>
                <a:gd name="connsiteY7" fmla="*/ 2065705 h 2065705"/>
                <a:gd name="connsiteX0" fmla="*/ 0 w 11517549"/>
                <a:gd name="connsiteY0" fmla="*/ 2283074 h 2283074"/>
                <a:gd name="connsiteX1" fmla="*/ 8171234 w 11517549"/>
                <a:gd name="connsiteY1" fmla="*/ 2283074 h 2283074"/>
                <a:gd name="connsiteX2" fmla="*/ 9105089 w 11517549"/>
                <a:gd name="connsiteY2" fmla="*/ 454274 h 2283074"/>
                <a:gd name="connsiteX3" fmla="*/ 7704306 w 11517549"/>
                <a:gd name="connsiteY3" fmla="*/ 600189 h 2283074"/>
                <a:gd name="connsiteX4" fmla="*/ 7247106 w 11517549"/>
                <a:gd name="connsiteY4" fmla="*/ 541823 h 2283074"/>
                <a:gd name="connsiteX5" fmla="*/ 9527905 w 11517549"/>
                <a:gd name="connsiteY5" fmla="*/ 336193 h 2283074"/>
                <a:gd name="connsiteX6" fmla="*/ 8599251 w 11517549"/>
                <a:gd name="connsiteY6" fmla="*/ 2283074 h 2283074"/>
                <a:gd name="connsiteX7" fmla="*/ 11517549 w 11517549"/>
                <a:gd name="connsiteY7" fmla="*/ 2283074 h 2283074"/>
                <a:gd name="connsiteX0" fmla="*/ 0 w 11517549"/>
                <a:gd name="connsiteY0" fmla="*/ 2343828 h 2343828"/>
                <a:gd name="connsiteX1" fmla="*/ 8171234 w 11517549"/>
                <a:gd name="connsiteY1" fmla="*/ 2343828 h 2343828"/>
                <a:gd name="connsiteX2" fmla="*/ 9105089 w 11517549"/>
                <a:gd name="connsiteY2" fmla="*/ 515028 h 2343828"/>
                <a:gd name="connsiteX3" fmla="*/ 7704306 w 11517549"/>
                <a:gd name="connsiteY3" fmla="*/ 660943 h 2343828"/>
                <a:gd name="connsiteX4" fmla="*/ 7247106 w 11517549"/>
                <a:gd name="connsiteY4" fmla="*/ 602577 h 2343828"/>
                <a:gd name="connsiteX5" fmla="*/ 9527905 w 11517549"/>
                <a:gd name="connsiteY5" fmla="*/ 396947 h 2343828"/>
                <a:gd name="connsiteX6" fmla="*/ 8599251 w 11517549"/>
                <a:gd name="connsiteY6" fmla="*/ 2343828 h 2343828"/>
                <a:gd name="connsiteX7" fmla="*/ 11517549 w 11517549"/>
                <a:gd name="connsiteY7" fmla="*/ 2343828 h 2343828"/>
                <a:gd name="connsiteX0" fmla="*/ 0 w 11517549"/>
                <a:gd name="connsiteY0" fmla="*/ 2368625 h 2368625"/>
                <a:gd name="connsiteX1" fmla="*/ 8171234 w 11517549"/>
                <a:gd name="connsiteY1" fmla="*/ 2368625 h 2368625"/>
                <a:gd name="connsiteX2" fmla="*/ 9105089 w 11517549"/>
                <a:gd name="connsiteY2" fmla="*/ 539825 h 2368625"/>
                <a:gd name="connsiteX3" fmla="*/ 7704306 w 11517549"/>
                <a:gd name="connsiteY3" fmla="*/ 685740 h 2368625"/>
                <a:gd name="connsiteX4" fmla="*/ 7247106 w 11517549"/>
                <a:gd name="connsiteY4" fmla="*/ 627374 h 2368625"/>
                <a:gd name="connsiteX5" fmla="*/ 9527905 w 11517549"/>
                <a:gd name="connsiteY5" fmla="*/ 421744 h 2368625"/>
                <a:gd name="connsiteX6" fmla="*/ 8599251 w 11517549"/>
                <a:gd name="connsiteY6" fmla="*/ 2368625 h 2368625"/>
                <a:gd name="connsiteX7" fmla="*/ 11517549 w 11517549"/>
                <a:gd name="connsiteY7" fmla="*/ 2368625 h 2368625"/>
                <a:gd name="connsiteX0" fmla="*/ 0 w 11517549"/>
                <a:gd name="connsiteY0" fmla="*/ 2368625 h 2368625"/>
                <a:gd name="connsiteX1" fmla="*/ 8171234 w 11517549"/>
                <a:gd name="connsiteY1" fmla="*/ 2368625 h 2368625"/>
                <a:gd name="connsiteX2" fmla="*/ 9105089 w 11517549"/>
                <a:gd name="connsiteY2" fmla="*/ 539825 h 2368625"/>
                <a:gd name="connsiteX3" fmla="*/ 7704306 w 11517549"/>
                <a:gd name="connsiteY3" fmla="*/ 685740 h 2368625"/>
                <a:gd name="connsiteX4" fmla="*/ 7247106 w 11517549"/>
                <a:gd name="connsiteY4" fmla="*/ 627374 h 2368625"/>
                <a:gd name="connsiteX5" fmla="*/ 9527905 w 11517549"/>
                <a:gd name="connsiteY5" fmla="*/ 421744 h 2368625"/>
                <a:gd name="connsiteX6" fmla="*/ 8599251 w 11517549"/>
                <a:gd name="connsiteY6" fmla="*/ 2368625 h 2368625"/>
                <a:gd name="connsiteX7" fmla="*/ 11517549 w 11517549"/>
                <a:gd name="connsiteY7" fmla="*/ 2368625 h 2368625"/>
                <a:gd name="connsiteX0" fmla="*/ 0 w 11517549"/>
                <a:gd name="connsiteY0" fmla="*/ 2704862 h 2704862"/>
                <a:gd name="connsiteX1" fmla="*/ 8171234 w 11517549"/>
                <a:gd name="connsiteY1" fmla="*/ 2704862 h 2704862"/>
                <a:gd name="connsiteX2" fmla="*/ 9105089 w 11517549"/>
                <a:gd name="connsiteY2" fmla="*/ 876062 h 2704862"/>
                <a:gd name="connsiteX3" fmla="*/ 7704306 w 11517549"/>
                <a:gd name="connsiteY3" fmla="*/ 1021977 h 2704862"/>
                <a:gd name="connsiteX4" fmla="*/ 7247106 w 11517549"/>
                <a:gd name="connsiteY4" fmla="*/ 963611 h 2704862"/>
                <a:gd name="connsiteX5" fmla="*/ 9527905 w 11517549"/>
                <a:gd name="connsiteY5" fmla="*/ 757981 h 2704862"/>
                <a:gd name="connsiteX6" fmla="*/ 8599251 w 11517549"/>
                <a:gd name="connsiteY6" fmla="*/ 2704862 h 2704862"/>
                <a:gd name="connsiteX7" fmla="*/ 11517549 w 11517549"/>
                <a:gd name="connsiteY7" fmla="*/ 2704862 h 2704862"/>
                <a:gd name="connsiteX0" fmla="*/ 0 w 11517549"/>
                <a:gd name="connsiteY0" fmla="*/ 2699702 h 2699702"/>
                <a:gd name="connsiteX1" fmla="*/ 8171234 w 11517549"/>
                <a:gd name="connsiteY1" fmla="*/ 2699702 h 2699702"/>
                <a:gd name="connsiteX2" fmla="*/ 9105089 w 11517549"/>
                <a:gd name="connsiteY2" fmla="*/ 870902 h 2699702"/>
                <a:gd name="connsiteX3" fmla="*/ 7704306 w 11517549"/>
                <a:gd name="connsiteY3" fmla="*/ 1016817 h 2699702"/>
                <a:gd name="connsiteX4" fmla="*/ 7247106 w 11517549"/>
                <a:gd name="connsiteY4" fmla="*/ 958451 h 2699702"/>
                <a:gd name="connsiteX5" fmla="*/ 9527905 w 11517549"/>
                <a:gd name="connsiteY5" fmla="*/ 752821 h 2699702"/>
                <a:gd name="connsiteX6" fmla="*/ 8599251 w 11517549"/>
                <a:gd name="connsiteY6" fmla="*/ 2699702 h 2699702"/>
                <a:gd name="connsiteX7" fmla="*/ 11517549 w 11517549"/>
                <a:gd name="connsiteY7" fmla="*/ 2699702 h 2699702"/>
                <a:gd name="connsiteX0" fmla="*/ 0 w 11517549"/>
                <a:gd name="connsiteY0" fmla="*/ 2699702 h 2699702"/>
                <a:gd name="connsiteX1" fmla="*/ 8171234 w 11517549"/>
                <a:gd name="connsiteY1" fmla="*/ 2699702 h 2699702"/>
                <a:gd name="connsiteX2" fmla="*/ 9105089 w 11517549"/>
                <a:gd name="connsiteY2" fmla="*/ 870902 h 2699702"/>
                <a:gd name="connsiteX3" fmla="*/ 7704306 w 11517549"/>
                <a:gd name="connsiteY3" fmla="*/ 1016817 h 2699702"/>
                <a:gd name="connsiteX4" fmla="*/ 7247106 w 11517549"/>
                <a:gd name="connsiteY4" fmla="*/ 958451 h 2699702"/>
                <a:gd name="connsiteX5" fmla="*/ 9527905 w 11517549"/>
                <a:gd name="connsiteY5" fmla="*/ 752821 h 2699702"/>
                <a:gd name="connsiteX6" fmla="*/ 8599251 w 11517549"/>
                <a:gd name="connsiteY6" fmla="*/ 2699702 h 2699702"/>
                <a:gd name="connsiteX7" fmla="*/ 11517549 w 11517549"/>
                <a:gd name="connsiteY7" fmla="*/ 2699702 h 2699702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9105089 w 11517549"/>
                <a:gd name="connsiteY2" fmla="*/ 953084 h 2781884"/>
                <a:gd name="connsiteX3" fmla="*/ 7704306 w 11517549"/>
                <a:gd name="connsiteY3" fmla="*/ 1098999 h 2781884"/>
                <a:gd name="connsiteX4" fmla="*/ 7247106 w 11517549"/>
                <a:gd name="connsiteY4" fmla="*/ 1040633 h 2781884"/>
                <a:gd name="connsiteX5" fmla="*/ 9527905 w 11517549"/>
                <a:gd name="connsiteY5" fmla="*/ 835003 h 2781884"/>
                <a:gd name="connsiteX6" fmla="*/ 8599251 w 11517549"/>
                <a:gd name="connsiteY6" fmla="*/ 2781884 h 2781884"/>
                <a:gd name="connsiteX7" fmla="*/ 11517549 w 11517549"/>
                <a:gd name="connsiteY7" fmla="*/ 2781884 h 2781884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9105089 w 11517549"/>
                <a:gd name="connsiteY2" fmla="*/ 953084 h 2781884"/>
                <a:gd name="connsiteX3" fmla="*/ 7704306 w 11517549"/>
                <a:gd name="connsiteY3" fmla="*/ 1098999 h 2781884"/>
                <a:gd name="connsiteX4" fmla="*/ 7247106 w 11517549"/>
                <a:gd name="connsiteY4" fmla="*/ 1040633 h 2781884"/>
                <a:gd name="connsiteX5" fmla="*/ 9527905 w 11517549"/>
                <a:gd name="connsiteY5" fmla="*/ 835003 h 2781884"/>
                <a:gd name="connsiteX6" fmla="*/ 8599251 w 11517549"/>
                <a:gd name="connsiteY6" fmla="*/ 2781884 h 2781884"/>
                <a:gd name="connsiteX7" fmla="*/ 11517549 w 11517549"/>
                <a:gd name="connsiteY7" fmla="*/ 2781884 h 2781884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9105089 w 11517549"/>
                <a:gd name="connsiteY2" fmla="*/ 953084 h 2781884"/>
                <a:gd name="connsiteX3" fmla="*/ 7704306 w 11517549"/>
                <a:gd name="connsiteY3" fmla="*/ 1098999 h 2781884"/>
                <a:gd name="connsiteX4" fmla="*/ 7247106 w 11517549"/>
                <a:gd name="connsiteY4" fmla="*/ 1040633 h 2781884"/>
                <a:gd name="connsiteX5" fmla="*/ 9527905 w 11517549"/>
                <a:gd name="connsiteY5" fmla="*/ 835003 h 2781884"/>
                <a:gd name="connsiteX6" fmla="*/ 8599251 w 11517549"/>
                <a:gd name="connsiteY6" fmla="*/ 2781884 h 2781884"/>
                <a:gd name="connsiteX7" fmla="*/ 11517549 w 11517549"/>
                <a:gd name="connsiteY7" fmla="*/ 2781884 h 2781884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7704306 w 11517549"/>
                <a:gd name="connsiteY2" fmla="*/ 1098999 h 2781884"/>
                <a:gd name="connsiteX3" fmla="*/ 7247106 w 11517549"/>
                <a:gd name="connsiteY3" fmla="*/ 1040633 h 2781884"/>
                <a:gd name="connsiteX4" fmla="*/ 9527905 w 11517549"/>
                <a:gd name="connsiteY4" fmla="*/ 835003 h 2781884"/>
                <a:gd name="connsiteX5" fmla="*/ 8599251 w 11517549"/>
                <a:gd name="connsiteY5" fmla="*/ 2781884 h 2781884"/>
                <a:gd name="connsiteX6" fmla="*/ 11517549 w 11517549"/>
                <a:gd name="connsiteY6" fmla="*/ 2781884 h 2781884"/>
                <a:gd name="connsiteX0" fmla="*/ 0 w 11517549"/>
                <a:gd name="connsiteY0" fmla="*/ 1741251 h 1741251"/>
                <a:gd name="connsiteX1" fmla="*/ 8171234 w 11517549"/>
                <a:gd name="connsiteY1" fmla="*/ 1741251 h 1741251"/>
                <a:gd name="connsiteX2" fmla="*/ 7704306 w 11517549"/>
                <a:gd name="connsiteY2" fmla="*/ 58366 h 1741251"/>
                <a:gd name="connsiteX3" fmla="*/ 7247106 w 11517549"/>
                <a:gd name="connsiteY3" fmla="*/ 0 h 1741251"/>
                <a:gd name="connsiteX4" fmla="*/ 8599251 w 11517549"/>
                <a:gd name="connsiteY4" fmla="*/ 1741251 h 1741251"/>
                <a:gd name="connsiteX5" fmla="*/ 11517549 w 11517549"/>
                <a:gd name="connsiteY5" fmla="*/ 1741251 h 174125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7704306 w 11517549"/>
                <a:gd name="connsiteY2" fmla="*/ 55747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8237706 w 11517549"/>
                <a:gd name="connsiteY2" fmla="*/ 883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8237706 w 11517549"/>
                <a:gd name="connsiteY2" fmla="*/ 883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8237706 w 11517549"/>
                <a:gd name="connsiteY2" fmla="*/ 883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2377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2377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119596 w 11517549"/>
                <a:gd name="connsiteY2" fmla="*/ 883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1234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1234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17549" h="2232741">
                  <a:moveTo>
                    <a:pt x="0" y="2232741"/>
                  </a:moveTo>
                  <a:lnTo>
                    <a:pt x="8171234" y="2232741"/>
                  </a:lnTo>
                  <a:cubicBezTo>
                    <a:pt x="8171315" y="1990360"/>
                    <a:pt x="8121217" y="180934"/>
                    <a:pt x="8123406" y="1216"/>
                  </a:cubicBezTo>
                  <a:lnTo>
                    <a:pt x="8641566" y="0"/>
                  </a:lnTo>
                  <a:cubicBezTo>
                    <a:pt x="8638324" y="185231"/>
                    <a:pt x="8607601" y="1992063"/>
                    <a:pt x="8599251" y="2232741"/>
                  </a:cubicBezTo>
                  <a:lnTo>
                    <a:pt x="11517549" y="2232741"/>
                  </a:lnTo>
                </a:path>
              </a:pathLst>
            </a:custGeom>
            <a:noFill/>
            <a:ln w="19050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gray">
            <a:xfrm>
              <a:off x="8513806" y="5793538"/>
              <a:ext cx="422066" cy="422066"/>
            </a:xfrm>
            <a:prstGeom prst="rect">
              <a:avLst/>
            </a:prstGeom>
            <a:noFill/>
            <a:ln w="19050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ABE97AC5-4392-CDE9-5693-761210C1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052072"/>
            <a:ext cx="4381575" cy="1180699"/>
          </a:xfrm>
        </p:spPr>
        <p:txBody>
          <a:bodyPr vert="horz" lIns="36000" tIns="36000" rIns="36000" bIns="36576" anchor="t"/>
          <a:lstStyle/>
          <a:p>
            <a:pPr marL="0" marR="0" lvl="0" indent="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tabLst/>
              <a:defRPr/>
            </a:pPr>
            <a:r>
              <a:rPr kumimoji="0" lang="en-US" sz="72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Thank you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878122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2"/>
  <p:tag name="AS_OS" val="Microsoft Windows NT 10.0.20348.0"/>
  <p:tag name="AS_RELEASE_DATE" val="2024.11.14"/>
  <p:tag name="AS_TITLE" val="Aspose.Slides for .NET6"/>
  <p:tag name="AS_VERSION" val="24.11"/>
  <p:tag name="BTFPCOLUMNGUIDE" val="Visible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FarEast_Output_Font_Name Default=&quot;Calibri&quot; UsePPTTheme=&quot;True&quot; RotateAndFlipEnabled=&quot;False&quot; /&gt;&lt;/Font&gt;&lt;/MekkoFormats&gt;"/>
  <p:tag name="THINKCELLPRESENTATIONDONOTDELETE" val="&lt;?xml version=&quot;1.0&quot; encoding=&quot;UTF-16&quot; standalone=&quot;yes&quot;?&gt;&lt;root reqver=&quot;30783&quot;&gt;&lt;version val=&quot;3699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4.44377844010000089270E+00&quot;&gt;&lt;m_msothmcolidx val=&quot;0&quot;/&gt;&lt;m_rgb r=&quot;FD&quot; g=&quot;9D&quot; b=&quot;8A&quot;/&gt;&lt;/elem&gt;&lt;elem m_fUsage=&quot;2.30145898509000002008E+00&quot;&gt;&lt;m_msothmcolidx val=&quot;0&quot;/&gt;&lt;m_rgb r=&quot;FC&quot; g=&quot;57&quot; b=&quot;30&quot;/&gt;&lt;/elem&gt;&lt;elem m_fUsage=&quot;4.30467210000000155556E-01&quot;&gt;&lt;m_msothmcolidx val=&quot;0&quot;/&gt;&lt;m_rgb r=&quot;D2&quot; g=&quot;40&quot; b=&quot;12&quot;/&gt;&lt;/elem&gt;&lt;elem m_fUsage=&quot;2.82429536481000165171E-01&quot;&gt;&lt;m_msothmcolidx val=&quot;0&quot;/&gt;&lt;m_rgb r=&quot;97&quot; g=&quot;1D&quot; b=&quot;0D&quot;/&gt;&lt;/elem&gt;&lt;elem m_fUsage=&quot;2.54186582832900132001E-01&quot;&gt;&lt;m_msothmcolidx val=&quot;0&quot;/&gt;&lt;m_rgb r=&quot;90&quot; g=&quot;3A&quot; b=&quot;23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6"/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6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6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8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8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3"/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388"/>
  <p:tag name="BTFPCENTERX" val="51.12782"/>
  <p:tag name="BTFPCENTERY" val="81.33334"/>
  <p:tag name="BTFPHEIGHT" val="540.0004"/>
  <p:tag name="BTFPLAYOUTANCHOREBOTTOM" val="False"/>
  <p:tag name="BTFPLAYOUTANCHORELEFT" val="True"/>
  <p:tag name="BTFPLAYOUTANCHORERIGHT" val="True"/>
  <p:tag name="BTFPLAYOUTANCHORETOP" val="True"/>
  <p:tag name="BTFPWIDTH" val="959.999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4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  <p:tag name="BTFP_TEMPLATE" val="&lt;?xml version=&quot;1.0&quot; encoding=&quot;utf-8&quot;?&gt;&lt;Template&gt;&lt;Id&gt;8405b0c0363f5aac93afb5d23841a1a2&lt;/Id&gt;&lt;Version&gt;12&lt;/Version&gt;&lt;/Template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341355A6B4424AA7ED406ADEFDC833" ma:contentTypeVersion="14" ma:contentTypeDescription="Create a new document." ma:contentTypeScope="" ma:versionID="580c87a64524204f7de0d0bfff7f85d2">
  <xsd:schema xmlns:xsd="http://www.w3.org/2001/XMLSchema" xmlns:xs="http://www.w3.org/2001/XMLSchema" xmlns:p="http://schemas.microsoft.com/office/2006/metadata/properties" xmlns:ns2="5fc7cc4c-c271-4880-bdd2-cb717222a1eb" xmlns:ns3="2e5b08a8-6c6d-419b-b2b5-8b911cfaa480" xmlns:ns4="e80ad0b0-d0ee-4743-ae53-1947119280d3" targetNamespace="http://schemas.microsoft.com/office/2006/metadata/properties" ma:root="true" ma:fieldsID="696b941baa5ff414ad88c3bd7616ec11" ns2:_="" ns3:_="" ns4:_="">
    <xsd:import namespace="5fc7cc4c-c271-4880-bdd2-cb717222a1eb"/>
    <xsd:import namespace="2e5b08a8-6c6d-419b-b2b5-8b911cfaa480"/>
    <xsd:import namespace="e80ad0b0-d0ee-4743-ae53-1947119280d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ags" minOccurs="0"/>
                <xsd:element ref="ns4:MediaServiceMetadata" minOccurs="0"/>
                <xsd:element ref="ns4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c7cc4c-c271-4880-bdd2-cb717222a1eb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b08a8-6c6d-419b-b2b5-8b911cfaa480" elementFormDefault="qualified">
    <xsd:import namespace="http://schemas.microsoft.com/office/2006/documentManagement/types"/>
    <xsd:import namespace="http://schemas.microsoft.com/office/infopath/2007/PartnerControls"/>
    <xsd:element name="Tags" ma:index="7" nillable="true" ma:displayName="Tags" ma:default="&amp;#123;&amp;quot;Extraction&amp;quot;&amp;#58;3,&amp;quot;Tags&amp;quot;&amp;#58;[]&amp;#125;" ma:hidden="true" ma:internalName="Tags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ad0b0-d0ee-4743-ae53-1947119280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0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fc7cc4c-c271-4880-bdd2-cb717222a1eb">MTSTJXP7KYVZ-1918563960-8</_dlc_DocId>
    <Tags xmlns="2e5b08a8-6c6d-419b-b2b5-8b911cfaa480">&amp;#123;&amp;quot;Extraction&amp;quot;&amp;#58;3,&amp;quot;Tags&amp;quot;&amp;#58;[]&amp;#125;</Tags>
    <_dlc_DocIdUrl xmlns="5fc7cc4c-c271-4880-bdd2-cb717222a1eb">
      <Url>https://bainandcompany.sharepoint.com/sites/preprodpubs/insync_restore1635757547/pubs/_layouts/15/DocIdRedir.aspx?ID=MTSTJXP7KYVZ-1918563960-8</Url>
      <Description>MTSTJXP7KYVZ-1918563960-8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4D4C53-4DD5-42CE-827A-73B7F064549B}">
  <ds:schemaRefs>
    <ds:schemaRef ds:uri="2e5b08a8-6c6d-419b-b2b5-8b911cfaa480"/>
    <ds:schemaRef ds:uri="5fc7cc4c-c271-4880-bdd2-cb717222a1eb"/>
    <ds:schemaRef ds:uri="e80ad0b0-d0ee-4743-ae53-1947119280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243D87-DDE6-4428-AF1B-D9359F2A8BC6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0E7193A-CDB3-493C-8B79-7ED2A4D98301}">
  <ds:schemaRefs>
    <ds:schemaRef ds:uri="2e5b08a8-6c6d-419b-b2b5-8b911cfaa480"/>
    <ds:schemaRef ds:uri="5fc7cc4c-c271-4880-bdd2-cb717222a1eb"/>
    <ds:schemaRef ds:uri="e80ad0b0-d0ee-4743-ae53-1947119280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0C38F080-5BAE-4B40-B094-12AD5CAE5C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636</Words>
  <Application>Microsoft Office PowerPoint</Application>
  <PresentationFormat>Widescreen</PresentationFormat>
  <Paragraphs>83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Bain Core</vt:lpstr>
      <vt:lpstr>think-cell Slide</vt:lpstr>
      <vt:lpstr>Legalitas AI Program Health Check</vt:lpstr>
      <vt:lpstr>Outside-in benchmarking against Bain’s AI maturity framework shows Legálitas broadly in line with peers, with gaps in a few dimensions (1/2)</vt:lpstr>
      <vt:lpstr>Outside-in benchmarking against Bain’s AI maturity framework shows Legálitas broadly in line with peers, with gaps in a few dimensions (2/2)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Kandhari, Prisha</dc:creator>
  <cp:lastModifiedBy>Kandhari, Prisha</cp:lastModifiedBy>
  <cp:revision>2</cp:revision>
  <dcterms:created xsi:type="dcterms:W3CDTF">2022-02-22T21:37:57Z</dcterms:created>
  <dcterms:modified xsi:type="dcterms:W3CDTF">2026-05-11T10:45:10Z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71d9436d-777a-41a8-a8c7-743d8acf5c86</vt:lpwstr>
  </property>
  <property fmtid="{D5CDD505-2E9C-101B-9397-08002B2CF9AE}" pid="3" name="ContentTypeId">
    <vt:lpwstr>0x0101004A341355A6B4424AA7ED406ADEFDC833</vt:lpwstr>
  </property>
  <property fmtid="{D5CDD505-2E9C-101B-9397-08002B2CF9AE}" pid="4" name="MSIP_Label_fb1fa6a9-8402-4c6c-80e9-67c7b6aee41c_ActionId">
    <vt:lpwstr>6081bbcf-da6c-41e8-aedd-792d690440bd</vt:lpwstr>
  </property>
  <property fmtid="{D5CDD505-2E9C-101B-9397-08002B2CF9AE}" pid="5" name="MSIP_Label_fb1fa6a9-8402-4c6c-80e9-67c7b6aee41c_ContentBits">
    <vt:lpwstr>0</vt:lpwstr>
  </property>
  <property fmtid="{D5CDD505-2E9C-101B-9397-08002B2CF9AE}" pid="6" name="MSIP_Label_fb1fa6a9-8402-4c6c-80e9-67c7b6aee41c_Enabled">
    <vt:lpwstr>true</vt:lpwstr>
  </property>
  <property fmtid="{D5CDD505-2E9C-101B-9397-08002B2CF9AE}" pid="7" name="MSIP_Label_fb1fa6a9-8402-4c6c-80e9-67c7b6aee41c_Method">
    <vt:lpwstr>Privileged</vt:lpwstr>
  </property>
  <property fmtid="{D5CDD505-2E9C-101B-9397-08002B2CF9AE}" pid="8" name="MSIP_Label_fb1fa6a9-8402-4c6c-80e9-67c7b6aee41c_Name">
    <vt:lpwstr>IRIS</vt:lpwstr>
  </property>
  <property fmtid="{D5CDD505-2E9C-101B-9397-08002B2CF9AE}" pid="9" name="MSIP_Label_fb1fa6a9-8402-4c6c-80e9-67c7b6aee41c_SetDate">
    <vt:lpwstr>2022-02-22T21:38:08Z</vt:lpwstr>
  </property>
  <property fmtid="{D5CDD505-2E9C-101B-9397-08002B2CF9AE}" pid="10" name="MSIP_Label_fb1fa6a9-8402-4c6c-80e9-67c7b6aee41c_SiteId">
    <vt:lpwstr>eb120e12-65f1-477a-be8c-fe4f65926724</vt:lpwstr>
  </property>
</Properties>
</file>